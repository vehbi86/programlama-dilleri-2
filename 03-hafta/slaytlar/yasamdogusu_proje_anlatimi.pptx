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e7e6828a79450c" /><Relationship Type="http://schemas.openxmlformats.org/officeDocument/2006/relationships/extended-properties" Target="/docProps/app.xml" Id="Ra254631a374d4d55" /><Relationship Type="http://schemas.openxmlformats.org/officeDocument/2006/relationships/officeDocument" Target="/ppt/presentation.xml" Id="Ra900dde0be27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fce4952ebd4a8a"/>
  </p:sldMasterIdLst>
  <p:notesMasterIdLst>
    <p:notesMasterId xmlns:r="http://schemas.openxmlformats.org/officeDocument/2006/relationships" r:id="Rb5b9ea8b2b274d3f"/>
  </p:notesMasterIdLst>
  <p:sldIdLst>
    <p:sldId xmlns:r="http://schemas.openxmlformats.org/officeDocument/2006/relationships" id="256" r:id="R86dda57aeaba42cb"/>
    <p:sldId xmlns:r="http://schemas.openxmlformats.org/officeDocument/2006/relationships" id="257" r:id="Reb1e5908e8274417"/>
    <p:sldId xmlns:r="http://schemas.openxmlformats.org/officeDocument/2006/relationships" id="258" r:id="R29e5dcd4551b4c07"/>
    <p:sldId xmlns:r="http://schemas.openxmlformats.org/officeDocument/2006/relationships" id="259" r:id="R5606f3cad0a74610"/>
    <p:sldId xmlns:r="http://schemas.openxmlformats.org/officeDocument/2006/relationships" id="260" r:id="Ra853d7323d0f48f4"/>
    <p:sldId xmlns:r="http://schemas.openxmlformats.org/officeDocument/2006/relationships" id="261" r:id="Rf7727a0901c44f5a"/>
    <p:sldId xmlns:r="http://schemas.openxmlformats.org/officeDocument/2006/relationships" id="262" r:id="R2c0d0f4c9ec94e9d"/>
    <p:sldId xmlns:r="http://schemas.openxmlformats.org/officeDocument/2006/relationships" id="263" r:id="Rb722e3c1d80b436a"/>
    <p:sldId xmlns:r="http://schemas.openxmlformats.org/officeDocument/2006/relationships" id="264" r:id="R5acd1a7fd5d44e58"/>
    <p:sldId xmlns:r="http://schemas.openxmlformats.org/officeDocument/2006/relationships" id="265" r:id="R824b997296184bde"/>
    <p:sldId xmlns:r="http://schemas.openxmlformats.org/officeDocument/2006/relationships" id="266" r:id="Reb46bfaf320f4f5b"/>
    <p:sldId xmlns:r="http://schemas.openxmlformats.org/officeDocument/2006/relationships" id="267" r:id="R07f93efa74744c74"/>
    <p:sldId xmlns:r="http://schemas.openxmlformats.org/officeDocument/2006/relationships" id="268" r:id="Rfab63652cda84b6e"/>
    <p:sldId xmlns:r="http://schemas.openxmlformats.org/officeDocument/2006/relationships" id="269" r:id="R4e7e55e2e7ac467d"/>
    <p:sldId xmlns:r="http://schemas.openxmlformats.org/officeDocument/2006/relationships" id="270" r:id="Rd6ffc7a6a24b4a88"/>
    <p:sldId xmlns:r="http://schemas.openxmlformats.org/officeDocument/2006/relationships" id="271" r:id="R7fb20f7019e74a57"/>
    <p:sldId xmlns:r="http://schemas.openxmlformats.org/officeDocument/2006/relationships" id="272" r:id="R3c71a204a9244fa7"/>
    <p:sldId xmlns:r="http://schemas.openxmlformats.org/officeDocument/2006/relationships" id="273" r:id="R005e65c1011c4994"/>
    <p:sldId xmlns:r="http://schemas.openxmlformats.org/officeDocument/2006/relationships" id="274" r:id="Rf89cdf9245e94773"/>
    <p:sldId xmlns:r="http://schemas.openxmlformats.org/officeDocument/2006/relationships" id="275" r:id="Rd4c2d822a581457c"/>
    <p:sldId xmlns:r="http://schemas.openxmlformats.org/officeDocument/2006/relationships" id="276" r:id="R1ea49f829b084578"/>
    <p:sldId xmlns:r="http://schemas.openxmlformats.org/officeDocument/2006/relationships" id="277" r:id="Rba9c42f5d88348e5"/>
    <p:sldId xmlns:r="http://schemas.openxmlformats.org/officeDocument/2006/relationships" id="278" r:id="R64d46f60f1b44013"/>
    <p:sldId xmlns:r="http://schemas.openxmlformats.org/officeDocument/2006/relationships" id="279" r:id="Ree17d2b367c840c5"/>
    <p:sldId xmlns:r="http://schemas.openxmlformats.org/officeDocument/2006/relationships" id="280" r:id="Rf9bea8d4e6e14a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959dac14b0488e" /><Relationship Type="http://schemas.openxmlformats.org/officeDocument/2006/relationships/slideMaster" Target="/ppt/slideMasters/slideMaster1.xml" Id="R5afce4952ebd4a8a" /><Relationship Type="http://schemas.openxmlformats.org/officeDocument/2006/relationships/notesMaster" Target="/ppt/notesMasters/notesMaster1.xml" Id="Rb5b9ea8b2b274d3f" /><Relationship Type="http://schemas.openxmlformats.org/officeDocument/2006/relationships/presProps" Target="/ppt/presProps.xml" Id="R7e968f38109f4889" /><Relationship Type="http://schemas.openxmlformats.org/officeDocument/2006/relationships/tableStyles" Target="/ppt/tableStyles.xml" Id="Reb37b548eb11406f" /><Relationship Type="http://schemas.openxmlformats.org/officeDocument/2006/relationships/slide" Target="/ppt/slides/slide1.xml" Id="R86dda57aeaba42cb" /><Relationship Type="http://schemas.openxmlformats.org/officeDocument/2006/relationships/slide" Target="/ppt/slides/slide2.xml" Id="Reb1e5908e8274417" /><Relationship Type="http://schemas.openxmlformats.org/officeDocument/2006/relationships/slide" Target="/ppt/slides/slide3.xml" Id="R29e5dcd4551b4c07" /><Relationship Type="http://schemas.openxmlformats.org/officeDocument/2006/relationships/slide" Target="/ppt/slides/slide4.xml" Id="R5606f3cad0a74610" /><Relationship Type="http://schemas.openxmlformats.org/officeDocument/2006/relationships/slide" Target="/ppt/slides/slide5.xml" Id="Ra853d7323d0f48f4" /><Relationship Type="http://schemas.openxmlformats.org/officeDocument/2006/relationships/slide" Target="/ppt/slides/slide6.xml" Id="Rf7727a0901c44f5a" /><Relationship Type="http://schemas.openxmlformats.org/officeDocument/2006/relationships/slide" Target="/ppt/slides/slide7.xml" Id="R2c0d0f4c9ec94e9d" /><Relationship Type="http://schemas.openxmlformats.org/officeDocument/2006/relationships/slide" Target="/ppt/slides/slide8.xml" Id="Rb722e3c1d80b436a" /><Relationship Type="http://schemas.openxmlformats.org/officeDocument/2006/relationships/slide" Target="/ppt/slides/slide9.xml" Id="R5acd1a7fd5d44e58" /><Relationship Type="http://schemas.openxmlformats.org/officeDocument/2006/relationships/slide" Target="/ppt/slides/slide10.xml" Id="R824b997296184bde" /><Relationship Type="http://schemas.openxmlformats.org/officeDocument/2006/relationships/slide" Target="/ppt/slides/slide11.xml" Id="Reb46bfaf320f4f5b" /><Relationship Type="http://schemas.openxmlformats.org/officeDocument/2006/relationships/slide" Target="/ppt/slides/slide12.xml" Id="R07f93efa74744c74" /><Relationship Type="http://schemas.openxmlformats.org/officeDocument/2006/relationships/slide" Target="/ppt/slides/slide13.xml" Id="Rfab63652cda84b6e" /><Relationship Type="http://schemas.openxmlformats.org/officeDocument/2006/relationships/slide" Target="/ppt/slides/slide14.xml" Id="R4e7e55e2e7ac467d" /><Relationship Type="http://schemas.openxmlformats.org/officeDocument/2006/relationships/slide" Target="/ppt/slides/slide15.xml" Id="Rd6ffc7a6a24b4a88" /><Relationship Type="http://schemas.openxmlformats.org/officeDocument/2006/relationships/slide" Target="/ppt/slides/slide16.xml" Id="R7fb20f7019e74a57" /><Relationship Type="http://schemas.openxmlformats.org/officeDocument/2006/relationships/slide" Target="/ppt/slides/slide17.xml" Id="R3c71a204a9244fa7" /><Relationship Type="http://schemas.openxmlformats.org/officeDocument/2006/relationships/slide" Target="/ppt/slides/slide18.xml" Id="R005e65c1011c4994" /><Relationship Type="http://schemas.openxmlformats.org/officeDocument/2006/relationships/slide" Target="/ppt/slides/slide19.xml" Id="Rf89cdf9245e94773" /><Relationship Type="http://schemas.openxmlformats.org/officeDocument/2006/relationships/slide" Target="/ppt/slides/slide20.xml" Id="Rd4c2d822a581457c" /><Relationship Type="http://schemas.openxmlformats.org/officeDocument/2006/relationships/slide" Target="/ppt/slides/slide21.xml" Id="R1ea49f829b084578" /><Relationship Type="http://schemas.openxmlformats.org/officeDocument/2006/relationships/slide" Target="/ppt/slides/slide22.xml" Id="Rba9c42f5d88348e5" /><Relationship Type="http://schemas.openxmlformats.org/officeDocument/2006/relationships/slide" Target="/ppt/slides/slide23.xml" Id="R64d46f60f1b44013" /><Relationship Type="http://schemas.openxmlformats.org/officeDocument/2006/relationships/slide" Target="/ppt/slides/slide24.xml" Id="Ree17d2b367c840c5" /><Relationship Type="http://schemas.openxmlformats.org/officeDocument/2006/relationships/slide" Target="/ppt/slides/slide25.xml" Id="Rf9bea8d4e6e14a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27d1e2c894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d387bbaa0045d6" /><Relationship Type="http://schemas.openxmlformats.org/officeDocument/2006/relationships/notesMaster" Target="/ppt/notesMasters/notesMaster1.xml" Id="Refbbfb0604aa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993a5170f4ead" /><Relationship Type="http://schemas.openxmlformats.org/officeDocument/2006/relationships/notesMaster" Target="/ppt/notesMasters/notesMaster1.xml" Id="R1e5940b646c548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c1706c6f99480b" /><Relationship Type="http://schemas.openxmlformats.org/officeDocument/2006/relationships/notesMaster" Target="/ppt/notesMasters/notesMaster1.xml" Id="R16b9002aa54a47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f932ae73e84caf" /><Relationship Type="http://schemas.openxmlformats.org/officeDocument/2006/relationships/notesMaster" Target="/ppt/notesMasters/notesMaster1.xml" Id="R267f282a371745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bd1432291a437a" /><Relationship Type="http://schemas.openxmlformats.org/officeDocument/2006/relationships/notesMaster" Target="/ppt/notesMasters/notesMaster1.xml" Id="R6283920847c249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db06c9ed30480d" /><Relationship Type="http://schemas.openxmlformats.org/officeDocument/2006/relationships/notesMaster" Target="/ppt/notesMasters/notesMaster1.xml" Id="R647ee6fb88704a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f3310b18924e16" /><Relationship Type="http://schemas.openxmlformats.org/officeDocument/2006/relationships/notesMaster" Target="/ppt/notesMasters/notesMaster1.xml" Id="Rc7f651948bc549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f3462ade784dad" /><Relationship Type="http://schemas.openxmlformats.org/officeDocument/2006/relationships/notesMaster" Target="/ppt/notesMasters/notesMaster1.xml" Id="R5bcac19160604d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2db4cab2bd4d99" /><Relationship Type="http://schemas.openxmlformats.org/officeDocument/2006/relationships/notesMaster" Target="/ppt/notesMasters/notesMaster1.xml" Id="R36a7b5ec8c8c47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2aa732981b4e3a" /><Relationship Type="http://schemas.openxmlformats.org/officeDocument/2006/relationships/notesMaster" Target="/ppt/notesMasters/notesMaster1.xml" Id="Rce5a14c79f4047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3e5726dd924886" /><Relationship Type="http://schemas.openxmlformats.org/officeDocument/2006/relationships/notesMaster" Target="/ppt/notesMasters/notesMaster1.xml" Id="R694be8f0943246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2e7237d4e844dc" /><Relationship Type="http://schemas.openxmlformats.org/officeDocument/2006/relationships/notesMaster" Target="/ppt/notesMasters/notesMaster1.xml" Id="Racda5174dd2f4d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96682dca964db1" /><Relationship Type="http://schemas.openxmlformats.org/officeDocument/2006/relationships/notesMaster" Target="/ppt/notesMasters/notesMaster1.xml" Id="Rbe3b81e5c9eb48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843a953e3848c4" /><Relationship Type="http://schemas.openxmlformats.org/officeDocument/2006/relationships/notesMaster" Target="/ppt/notesMasters/notesMaster1.xml" Id="Ra5a7235b83a74d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9998b903254080" /><Relationship Type="http://schemas.openxmlformats.org/officeDocument/2006/relationships/notesMaster" Target="/ppt/notesMasters/notesMaster1.xml" Id="R299b9f81d15a4c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0ebe360d504a2d" /><Relationship Type="http://schemas.openxmlformats.org/officeDocument/2006/relationships/notesMaster" Target="/ppt/notesMasters/notesMaster1.xml" Id="Rb863af4f8b9943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e1acdfd6d9498c" /><Relationship Type="http://schemas.openxmlformats.org/officeDocument/2006/relationships/notesMaster" Target="/ppt/notesMasters/notesMaster1.xml" Id="Re13059aeae0847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56d67ecb394f84" /><Relationship Type="http://schemas.openxmlformats.org/officeDocument/2006/relationships/notesMaster" Target="/ppt/notesMasters/notesMaster1.xml" Id="R18ea56cd0d1e4e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8f3efa088c4610" /><Relationship Type="http://schemas.openxmlformats.org/officeDocument/2006/relationships/notesMaster" Target="/ppt/notesMasters/notesMaster1.xml" Id="R654dfce1848c44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8817d032b641bf" /><Relationship Type="http://schemas.openxmlformats.org/officeDocument/2006/relationships/notesMaster" Target="/ppt/notesMasters/notesMaster1.xml" Id="R94541f64054d4e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a193d2f7d3428a" /><Relationship Type="http://schemas.openxmlformats.org/officeDocument/2006/relationships/notesMaster" Target="/ppt/notesMasters/notesMaster1.xml" Id="R1abd4884f44c4b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6ed9005f5e4196" /><Relationship Type="http://schemas.openxmlformats.org/officeDocument/2006/relationships/notesMaster" Target="/ppt/notesMasters/notesMaster1.xml" Id="Re66767cc937d45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f7c771e97545c4" /><Relationship Type="http://schemas.openxmlformats.org/officeDocument/2006/relationships/notesMaster" Target="/ppt/notesMasters/notesMaster1.xml" Id="Ree03d707c5cc45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a00f61b369d494c" /><Relationship Type="http://schemas.openxmlformats.org/officeDocument/2006/relationships/notesMaster" Target="/ppt/notesMasters/notesMaster1.xml" Id="R4d25d040fc9a41b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aeea6469d546eb" /><Relationship Type="http://schemas.openxmlformats.org/officeDocument/2006/relationships/notesMaster" Target="/ppt/notesMasters/notesMaster1.xml" Id="R4b0d1a36abe245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İncelenen kaynaklar diskteki proje dosyalarıdır. Uygulamanın çalıştırıldığına dair bir iddia yoktur.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https://developer.android.com/topic/libraries/view-binding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https://developer.android.com/topic/libraries/view-binding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https://developer.android.com/topic/libraries/view-binding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https://developer.android.com/reference/android/content/Intent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https://developer.android.com/reference/android/content/Intent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https://developer.android.com/reference/android/content/Intent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https://developer.android.com/guide/components/activities/activity-lifecycle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https://developer.android.com/guide/components/activities/activity-lifecycle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https://developer.android.com/guide/components/activities/tasks-and-back-stack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>https://developer.android.com/guide/components/activities/activity-lifecycle</a:t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Proje: C:/Users/Yolcu/AndroidStudioProjects/yasamdogusu/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Kod örnekleri mevcut projeden alınmıştır veya açıklama için sadeleştirilmiştir.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c7d86c48f44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0ca61f6104483" /><Relationship Type="http://schemas.openxmlformats.org/officeDocument/2006/relationships/slideLayout" Target="/ppt/slideLayouts/slideLayout1.xml" Id="R517b2855129f44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b2855129f44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3811993d6422c" /><Relationship Type="http://schemas.openxmlformats.org/officeDocument/2006/relationships/notesSlide" Target="/ppt/notesSlides/notesSlide1.xml" Id="Ra3c6aae4412b47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50cef92594d55" /><Relationship Type="http://schemas.openxmlformats.org/officeDocument/2006/relationships/notesSlide" Target="/ppt/notesSlides/notesSlide2.xml" Id="R4e74c398cee34e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22f5762364718" /><Relationship Type="http://schemas.openxmlformats.org/officeDocument/2006/relationships/notesSlide" Target="/ppt/notesSlides/notesSlide3.xml" Id="R8aebc43126614c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fb4aa7a4e4849" /><Relationship Type="http://schemas.openxmlformats.org/officeDocument/2006/relationships/notesSlide" Target="/ppt/notesSlides/notesSlide4.xml" Id="Rb0d4db5b037b49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c7b9758d84772" /><Relationship Type="http://schemas.openxmlformats.org/officeDocument/2006/relationships/notesSlide" Target="/ppt/notesSlides/notesSlide5.xml" Id="R384833d7d78147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e7b717f374eff" /><Relationship Type="http://schemas.openxmlformats.org/officeDocument/2006/relationships/notesSlide" Target="/ppt/notesSlides/notesSlide6.xml" Id="R01ccf377b3b34c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b2b9b2ac7482a" /><Relationship Type="http://schemas.openxmlformats.org/officeDocument/2006/relationships/notesSlide" Target="/ppt/notesSlides/notesSlide7.xml" Id="R19651a6aee5b4d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5b03270364c8b" /><Relationship Type="http://schemas.openxmlformats.org/officeDocument/2006/relationships/notesSlide" Target="/ppt/notesSlides/notesSlide8.xml" Id="Rdb4c6193090647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94a5132a4bba" /><Relationship Type="http://schemas.openxmlformats.org/officeDocument/2006/relationships/notesSlide" Target="/ppt/notesSlides/notesSlide9.xml" Id="R352ed139b5014f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55b765c9a47ef" /><Relationship Type="http://schemas.openxmlformats.org/officeDocument/2006/relationships/notesSlide" Target="/ppt/notesSlides/notesSlide10.xml" Id="R3287a7a6460f4a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892a34c7147ab" /><Relationship Type="http://schemas.openxmlformats.org/officeDocument/2006/relationships/notesSlide" Target="/ppt/notesSlides/notesSlide11.xml" Id="R762095ddd7ff4b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fbd533e5a4bd3" /><Relationship Type="http://schemas.openxmlformats.org/officeDocument/2006/relationships/notesSlide" Target="/ppt/notesSlides/notesSlide12.xml" Id="R20fe1a76d2b24d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18f189b9b450f" /><Relationship Type="http://schemas.openxmlformats.org/officeDocument/2006/relationships/notesSlide" Target="/ppt/notesSlides/notesSlide13.xml" Id="R299aeb4df92349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4dec573804a65" /><Relationship Type="http://schemas.openxmlformats.org/officeDocument/2006/relationships/notesSlide" Target="/ppt/notesSlides/notesSlide14.xml" Id="R3807db689c2a47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b8a52cc124eec" /><Relationship Type="http://schemas.openxmlformats.org/officeDocument/2006/relationships/notesSlide" Target="/ppt/notesSlides/notesSlide15.xml" Id="R5d18fcac443146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b312716124681" /><Relationship Type="http://schemas.openxmlformats.org/officeDocument/2006/relationships/notesSlide" Target="/ppt/notesSlides/notesSlide16.xml" Id="Rcf012e7964304b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b4201eb6441d9" /><Relationship Type="http://schemas.openxmlformats.org/officeDocument/2006/relationships/notesSlide" Target="/ppt/notesSlides/notesSlide17.xml" Id="R414be2e10f6142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32fea50e4497c" /><Relationship Type="http://schemas.openxmlformats.org/officeDocument/2006/relationships/notesSlide" Target="/ppt/notesSlides/notesSlide18.xml" Id="Re94ed812cbd44a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4271ae2ba4981" /><Relationship Type="http://schemas.openxmlformats.org/officeDocument/2006/relationships/notesSlide" Target="/ppt/notesSlides/notesSlide19.xml" Id="R17b471be342146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a105b92c84c15" /><Relationship Type="http://schemas.openxmlformats.org/officeDocument/2006/relationships/notesSlide" Target="/ppt/notesSlides/notesSlide20.xml" Id="Rc7a49f1126c643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e6821fc524949" /><Relationship Type="http://schemas.openxmlformats.org/officeDocument/2006/relationships/notesSlide" Target="/ppt/notesSlides/notesSlide21.xml" Id="R610bbd8664034e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b48715bee49d0" /><Relationship Type="http://schemas.openxmlformats.org/officeDocument/2006/relationships/notesSlide" Target="/ppt/notesSlides/notesSlide22.xml" Id="Rd502c9fbfaef42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0c6f7bb204d4b" /><Relationship Type="http://schemas.openxmlformats.org/officeDocument/2006/relationships/notesSlide" Target="/ppt/notesSlides/notesSlide23.xml" Id="R24725e076a144d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d744c39c4fb8" /><Relationship Type="http://schemas.openxmlformats.org/officeDocument/2006/relationships/notesSlide" Target="/ppt/notesSlides/notesSlide24.xml" Id="Rf6884a7cf848453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d6430175b42e3" /><Relationship Type="http://schemas.openxmlformats.org/officeDocument/2006/relationships/notesSlide" Target="/ppt/notesSlides/notesSlide25.xml" Id="R436c15cca1ff4c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B3A0C-BDBE-48B7-9814-069C88D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Yaşam Döngüsü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415D4-1861-4906-8401-EBF7B03A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9ECD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A9ECD4"/>
                </a:solidFill>
                <a:latin typeface="Arial"/>
                <a:ea typeface="Arial"/>
                <a:cs typeface="Arial"/>
              </a:rPr>
              <a:t>yasamdogusu projesi</a:t>
            </a:r>
          </a:p>
          <a:p xmlns:a="http://schemas.openxmlformats.org/drawingml/2006/main">
            <a:pPr>
              <a:defRPr sz="2850" b="0">
                <a:solidFill>
                  <a:srgbClr val="A9ECD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A9ECD4"/>
                </a:solidFill>
                <a:latin typeface="Arial"/>
                <a:ea typeface="Arial"/>
                <a:cs typeface="Arial"/>
              </a:rPr>
              <a:t>Kotlin ile ekran geçişi ve veri aktarımı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11AC5-73C5-4A4C-8287-5D8F0017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Gerçek proje kodları üzerinden başlangıç düzeyi anlatım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425B0-9899-4FF9-9B71-E1AB2385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EC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EC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4050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7D9E7-2B78-48CB-A2D6-6D83A62A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Proje neyi anlatıyor?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1B80B-598E-44F0-A9AB-67B49878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Kullanıcı ilk ekrana adını yazar.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“Sonraki sayfa” düğmesi ikinci ekranı açar.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İkinci ekran “Hoşgeldin: Ayşe” gibi bir mesaj gösterir.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İlk ekran yaşam döngüsü mesajlarını Logcat’e yazar.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DBA9A-9447-4343-9A74-50B310F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Amaç: Activity davranışını ve ekranlar arasında veri taşımayı öğrenmek.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FD58A-5FE8-4AD8-ABA8-E82DF115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3056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D052F-649A-4F2A-BC9D-D460E22E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Dosyaların görevleri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8A87C-84A9-4790-B345-B399D437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MainActivity.kt  İlk ekranın davranışı ve yaşam döngüsü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MainActivity2.kt  Gelen ismi okuma ve gösterme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activity_main.xml  İsim kutusu, düğme ve metin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activity_main2.xml  Karşılama metni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AndroidManifest.xml  Activity kayıtları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app/build.gradle.kts  View Binding ve derleme ayarları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02F71-9415-49B8-B309-21C021CF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activity_main3.xml boş. Manifestte MainActivity3 var, fakat kaynaklarda sınıfı yok.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06B87-6C2A-4721-881E-2B8E2E98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9972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F46DB-0411-4048-A45C-C218B7EA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Activity ve XML ilişkisi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7643F-2F27-42B3-8A8F-A61E970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Activity, bir ekranın davranışını yöneten sınıftır.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XML, ekrandaki bileşenleri ve yerleşimi tanımlar.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MainActivity, activity_main.xml içindeki alanlarla çalışır.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MainActivity2, activity_main2.xml içindeki metni değiştirir.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68699-76FD-4025-A375-1A0EEDB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Bu projede ekranlar Kotlin + XML Views yapısını kullanıyor.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BCB9D-8EF9-405C-A6D9-606272A0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0788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4A948-5BF0-4F9E-87AF-87FC28E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Yapılışı: proje ve ekranlar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300EE-5737-4CE4-966C-89EDD227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1. Android Studio’da Kotlin kullanan bir Views projesi oluştur.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2. İlk ekrana EditText, Button ve TextView ekle.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3. MainActivity2 adlı ikinci Activity’yi oluştur.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4. İkinci XML’e textView2 kimlikli TextView ekle.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5. Manifestte her iki Activity’nin kayıtlarını kontrol 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E7545-4748-43A8-9F26-A05A51C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Arayüzü ConstraintLayout ilişkileriyle yerleştir. Büyük sabit boşluklar farklı ekranlarda sorun çıkarabilir.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E87B6-2592-4ED5-82DE-ED13F662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653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80A37-4B58-4033-91B9-8C587C7D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View Binding ayarı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3265B-BEA2-466A-A009-0D6A1A8D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android {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buildFeatures {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    viewBinding = true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E3651-0154-4BC5-A351-51ADD21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app/build.gradle.kts içindeki gerçek ayar. Gradle Sync sonrasında XML dosyalarından binding sınıfları üretilir.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DCCB2-CB22-4DD3-AAAA-A6D8FA0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004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9481B-5DA1-4648-A79A-333C9BB7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binding ne anlama geliyor?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FAC26-5F51-46FD-B364-66D1EFC6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activity_main.xml için ActivityMainBinding üretilir.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activity_main2.xml için ActivityMain2Binding üretilir.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XML’deki editText kimliğine binding.editText ile erişilir.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binding.textView2, ikinci ekranın TextView nesnesidir.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FCE5A-8FA6-47EC-AB6C-6CAC4C08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Binding, görünümlere erişim sağlar. İsmi başka ekrana taşıyan yapı Intent’tir.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D5738-9950-4C8B-96C6-EE24FEFA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7715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CF42B-9DC5-48BD-8876-3793CEF9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private lateinit var binding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345EF-8935-4266-BE18-B9F6773C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private lateinit var binding: ActivityMainBinding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0B584-7BF0-4480-A413-BA1EC52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private: Bu sınıfın dışından doğrudan erişilmez.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lateinit: Değerini tanımlarken değil, daha sonra atarız.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var: Değişkene yeni bir değer atanabilir.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ActivityMainBinding: Değişkenin türü.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Atamadan önce kullanmak hata oluşturur.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8E406-57AC-49F2-BC11-63076539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11727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2DC3-D0F3-42F8-A1DF-7D5BBAC0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onCreate içinde ekran kurulumu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29E28-C48F-401B-BAFD-1C4A44F6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override fun onCreate(savedInstanceState: Bundle?) {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super.onCreate(savedInstanceState)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binding = ActivityMainBinding.inflate(layoutInflater)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setContentView(binding.root)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B1137-7F8B-4A4D-8800-C5BC8FE0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inflate: XML’den görünüm nesnelerini oluşturur.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layoutInflater: XML’i görünümlere dönüştüren araçtır.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binding.root: XML’in kök ConstraintLayout nesnesidir.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setContentView: Bu görünümü Activity’nin ekranı yapar.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91A5A-A4C1-4396-873C-DD72093C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8298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0FDE-8BC6-476C-ADE6-EBC2ECD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override, super ve Bundle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791C0-5439-479D-A476-5007E89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override: Üst sınıfın fonksiyonunu kendi davranışımızla genişletir.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super.onCreate(...): Üst sınıfın kurulumunu çalıştırır.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Bundle: Anahtarlarla veri tutan kapsayıcıdır.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Bundle?: Değer null olabilir.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savedInstanceState: Varsa önceki ekran durumunu taşır.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55E8B-C7F5-4539-A3CD-42A5E2F0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onCreate, her yeni Activity örneğinin kurulumu sırasında çalışır.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163D0-D1A8-464F-B38F-89234827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2469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CA98C-FF79-4EB5-B73C-77ADAD9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XML’den düğme tıklamasına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FB04B-164D-4077-8691-54A92A9B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android:onClick="sonrakisayfa"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fun sonrakisayfa(view: android.view.View) {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// Ekran geçiş kodu burada çalışır.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72CAE-0517-4F85-81E0-44EA2361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XML’deki ad, Kotlin fonksiyonunun adıyla aynı olmalı.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view parametresi, tıklanan görünümü temsil eder.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Bu projede parametre kullanılmıyor, XML çağrısı için gerekiyor.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Alternatif: binding.button.setOnClickListener { ... 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1DAA5-FAD1-4C9A-B4A0-4974EF8B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2584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7E453-BF17-44CE-84B2-0D1DDC44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İsmi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38920-E280-47A6-8446-C04DBB8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val isim = binding.editText.text.toString()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B99FB-17B0-4528-A0F5-84D9D9DA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binding.editText: İsim girilen EditText nesnesi.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.text: Kullanıcının yazdığı metin.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.toString(): Metni String türüne dönüştürür.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val isim: Okunan değeri isim adlı değişkende tutar.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Örnek: Kullanıcı Ayşe yazarsa isim değeri "Ayşe" olur.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5EE38-E40A-4FDA-B648-2087BE91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629017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AF332-B090-4A11-961A-86A8CAE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Intent ile ikinci ekranı açma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649E4-F1B0-44B9-B213-AB8C8F01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val intent = Intent(this, MainActivity2::class.java)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startActivity(intent)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ADF53-A0DE-4B02-942C-A4ABAD4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Intent: Android’e yapılacak işi bildiren nesne.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this: Burada MainActivity’nin Context nesnesi.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MainActivity2::class.java: Açılacak sınıfın Java karşılığı.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Hedef sınıf belli olduğu için explicit Intent kullanılır.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startActivity: Hazırlanan isteği çalıştırır.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1534C-C586-46DA-8F04-D8286F16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8473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7AC1D-9C06-4ADE-89C8-0F1F6057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putExtra ile isim gönderme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AE572-4A78-4573-B66A-C5DF805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intent.putExtra("isim", isim)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6AF52-0F31-43F8-9C34-32673886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İlk "isim": Verinin anahtarı, yani etiketi.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İkinci isim: Değişkende tutulan gerçek değer.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Örnek veri: anahtar = "isim", değer = "Ayşe".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putExtra, veriyi Intent’e ekler.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Veriyi ekledikten sonra startActivity(intent) çağrılır.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D4201-2EF1-4CDE-8CC5-5AC26A6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242362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F32CD-C6D1-4657-BF0A-7BD51939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İkinci ekranda veriyi alma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86EB8-C36B-4DE1-A36C-390A3C4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val intentgelen = intent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val alinanIsim = intentgelen.getStringExtra("isim")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binding.textView2.text = "Hoşgeldin: $alinanIsim"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B126D-A316-4849-8B95-45BA8710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intent: Bu Activity’yi açan gelen Intent.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getStringExtra: Belirtilen anahtarın String değerini okur.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Anahtar, göndericideki "isim" ile birebir aynı olmalı.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$alinanIsim: Değeri metnin içine yerleştirir.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E844B-0B4C-481B-832B-36330833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66871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1F552-4D50-4A85-A630-43E697E1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Veri aktarımının tamamı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900FC-E7DF-459C-834E-D3B8CC6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Gönderen: MainActivity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val intent = Intent(this, MainActivity2::class.java)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val isim = binding.editText.text.toString()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intent.putExtra("isim", isim)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startActivity(intent)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Alan: MainActivity2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val alinanIsim = intent.getStringExtra("isim")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binding.textView2.text = "Hoşgeldin: $alinanIsim"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E0C2F-60D2-4674-AFCF-0607ED02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İlk ekran değeri okur ve pakete ekler. İkinci ekran aynı anahtarla değeri alır.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6BD0E-E26B-40B9-81F3-D0709BF4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867479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9124E-5E2B-4D9B-B3E5-205A87C9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Activity yaşam döngüsü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B410E-83B0-4402-9D29-B3A6EAB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onCreate   Ekran örneğinin ilk kurulumu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onStart    Ekran görünür duruma gelir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onResume   Kullanıcı etkileşimi için ön plandadır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onPause    Ön plandaki etkileşimi bırakır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onStop     Ekran artık görünmez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onDestroy  Activity örneği sona erer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61357-4EAF-49AC-8E6B-5ADE0AC7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Projede ilk beş çağrı için println var. onRestart ve onDestroy için özel kod yazılmamış.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E453B-3F81-4D5A-A86E-9C3B0E15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637818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E7507-46B2-4ED4-BCE1-828D5F0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İkinci ekrana geçerken çağrılar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E4D73-3416-42B0-9B63-D4C6514E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Normal tam ekran geçişinde beklenen sıra: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1. MainActivity.onPause()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2. MainActivity2.onCreate()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3. MainActivity2.onStart()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4. MainActivity2.onResume()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5. MainActivity.onStop()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24897-DF46-41A5-9717-ADA076A1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MainActivity2’de yaşam döngüsü println satırları yok. Bu yüzden bu çağrıların hepsi Logcat’te kendi mesajlarıyla görünmez.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B742D-0449-4A85-8088-556EFCAA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939825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090A9-CD74-4E64-8ECF-56BEC919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Geri dönüş ve ekran geçmişi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E3FF3-795B-4FED-A5FE-0757A9F6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İkinci ekran açılınca ilk ekran geçmişte kalır.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Sistem Geri hareketi, ikinci ekranı kapatıp öncekine döner.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İlk örnek hâlâ varsa onRestart, onStart ve onResume çalışır.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İkinci ekrandan yeni Intent ile MainActivity açmak, varsayılan durumda yeni bir örnek oluşturur.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A80B2-EC55-4387-A004-7334F34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Kod yorumundaki “program restart atar” ifadesi yanıltıcıdır. Sürecin tamamı yeniden başlamaz.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32720-044C-4266-83F0-F551CFA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93659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67EA1-C4A5-4D52-938E-A5DFA0B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Edge-to-edge ve sistem çubukları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1067B-3E46-4326-BD9B-CA10418A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enableEdgeToEdge()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ViewCompat.setOnApplyWindowInsetsListener(binding.main) { v, insets -&gt;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val systemBars =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    insets.getInsets(WindowInsetsCompat.Type.systemBars())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v.setPadding(systemBars.left, systemBars.top,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    systemBars.right, systemBars.bottom)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    insets</a:t>
            </a:r>
          </a:p>
          <a:p xmlns:a="http://schemas.openxmlformats.org/drawingml/2006/main">
            <a:pPr>
              <a:defRPr sz="1875" b="0">
                <a:solidFill>
                  <a:srgbClr val="155B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5B5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1378A-C11D-4F27-B8C1-BA99A09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İçerik sistem çubuklarının alanına uzanabilir.</a:t>
            </a:r>
          </a:p>
          <a:p xmlns:a="http://schemas.openxmlformats.org/drawingml/2006/main">
            <a:pPr>
              <a:defRPr sz="1875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Insets, çubukların kapladığı boşluğu verir. Padding, içeriğin çubukların altında kalmasını önler.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B0DD-CFCE-4F05-9055-E8087B8A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823787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2B7BF-5727-4DB0-9233-BA782B96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Manifest ve derleme ayarları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EF4F1-582B-4459-BA72-0F9639E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MainActivity: MAIN + LAUNCHER, uygulamanın giriş ekranı.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exported=true: Başka uygulamalar giriş Activity’sini açabilir.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MainActivity2: exported=false, dış uygulamalara kapalı.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namespace: Kod ve üretilen sınıfların ad alanı.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minSdk=24: Desteklenen en eski API düzeyi.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targetSdk=36: Uygulamanın hedeflediği davranış düzeyi.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AB77D-EFF9-40EC-8F2B-58266C2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MainActivity3 sınıfı yoksa gereksiz manifest kaydı kaldırılmalı veya sınıf oluşturulmalı.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EF1A1-90E2-4230-85CF-E160572A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591288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AD941-6511-42C6-934E-AE9AD26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Projede geliştirilebilecek noktalar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A8378-8615-44F6-AE11-474B96E8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Boş isim kontrolü yok. Boş girişte karşılama eksik kalır.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getStringExtra null dönebilir. Eksik anahtarda “null” yazabilir.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textView2 genişliği 137dp. Uzun isimler sığmayabilir.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İlk ekrandaki isim yazdırma kodu yorum bloğunda. Çalışmaz.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onRestart ve onDestroy logları öğrenme için eklenebilir.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EA628-A64C-4802-9C33-38CD45E4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İyileştirme örneği: val alinanIsim = intent.getStringExtra("isim") ?: "Misafir"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873DE-8950-4CE8-A947-56717B91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597661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7E88F-01C9-4554-88B1-B62621AB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Çalıştırma ve gözlem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64D77-2187-42B5-B442-3F210A8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1. Gradle Sync tamamlandıktan sonra Run ile uygulamayı aç.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2. İlk açılışta Logcat’te onCreate, onstart, onResume ara.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3. Ayşe yazıp “Sonraki sayfa” düğmesine bas.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4. İkinci ekranda “Hoşgeldin: Ayşe” mesajını kontrol et.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5. Geri dönüp ilk ekranın çağrılarını gözlemle.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6. Ana ekrana çıkınca onPause ve onStop mesajlarını izle.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155C1-B52E-472A-9341-9D6DA1C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Ekranı döndürmek çoğunlukla Activity’yi yeniden oluşturur. onDestroy, süreç öldürüldüğünde garanti değildir.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A3683-0863-47AD-B4BF-AF638BA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993582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262B9-03C4-48CB-8C26-6C67A04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Kısa tekrar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7A39C-6928-4C6F-B1E0-8FF4197C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binding        XML’deki görünümlere erişir.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Intent         Başka Activity’yi açma isteğini taşır.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putExtra       Intent’e anahtar ve değer ekler.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getStringExtra Gelen Intent’ten metin okur.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onCreate       Ekranı kurar.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startActivity  Ekran açma isteğini çalıştırır.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9AD77-4AB3-43D4-831D-55064C5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Kontrol sorusu: putExtra("isim", isim) içindeki iki isim arasındaki fark nedir?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C5765-15F9-4E39-B3B4-B8E104B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943409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80E54-5AA5-4A51-8B63-C2256454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A43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63F1C-6C64-4F70-8991-E1E20B80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İncelenen proje: yasamdogusu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MainActivity.kt ve MainActivity2.kt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activity_main.xml ve activity_main2.xml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AndroidManifest.xml ve app/build.gradle.kts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Android Developers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View binding, Activity lifecycle, Intent API</a:t>
            </a:r>
          </a:p>
          <a:p xmlns:a="http://schemas.openxmlformats.org/drawingml/2006/main">
            <a:pPr>
              <a:defRPr sz="2100" b="0">
                <a:solidFill>
                  <a:srgbClr val="183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3A"/>
                </a:solidFill>
                <a:latin typeface="Arial"/>
                <a:ea typeface="Arial"/>
                <a:cs typeface="Arial"/>
              </a:rPr>
              <a:t>Tasks and the back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71112-C6DD-4905-9920-14F3C4EA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Resmî kaynakların bağlantıları ilgili slaytların konuşmacı notlarında yer alır.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E12E2-1D07-49DB-A07C-C2E411F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6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606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94730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2026-10-07T19:27:31.6160000Z</dcterms:created>
  <dcterms:modified xsi:type="dcterms:W3CDTF">2026-10-07T19:27:31.6160000Z</dcterms:modified>
</coreProperties>
</file>
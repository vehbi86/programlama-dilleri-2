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3ce18c31554d09" /><Relationship Type="http://schemas.openxmlformats.org/officeDocument/2006/relationships/extended-properties" Target="/docProps/app.xml" Id="Rec8012386fa14721" /><Relationship Type="http://schemas.openxmlformats.org/officeDocument/2006/relationships/officeDocument" Target="/ppt/presentation.xml" Id="R4c97c6a4bf0d4bed" /></Relationships>
</file>

<file path=ppt/presentation.xml><?xml version="1.0" encoding="utf-8"?>
<p:presentation xmlns:p="http://schemas.openxmlformats.org/presentationml/2006/main">
  <p:sldMasterIdLst>
    <p:sldMasterId xmlns:r="http://schemas.openxmlformats.org/officeDocument/2006/relationships" id="2147483648" r:id="Rafa22177cc7d4021"/>
  </p:sldMasterIdLst>
  <p:notesMasterIdLst>
    <p:notesMasterId xmlns:r="http://schemas.openxmlformats.org/officeDocument/2006/relationships" r:id="R206f9600f76747af"/>
  </p:notesMasterIdLst>
  <p:sldIdLst>
    <p:sldId xmlns:r="http://schemas.openxmlformats.org/officeDocument/2006/relationships" id="256" r:id="R038eba007d3440c9"/>
    <p:sldId xmlns:r="http://schemas.openxmlformats.org/officeDocument/2006/relationships" id="257" r:id="R53ca11eac8b74c58"/>
    <p:sldId xmlns:r="http://schemas.openxmlformats.org/officeDocument/2006/relationships" id="258" r:id="R257c5eeb1fb34f01"/>
    <p:sldId xmlns:r="http://schemas.openxmlformats.org/officeDocument/2006/relationships" id="259" r:id="R39e87ca1c3244dbf"/>
    <p:sldId xmlns:r="http://schemas.openxmlformats.org/officeDocument/2006/relationships" id="260" r:id="R26eefd6d2f92433b"/>
    <p:sldId xmlns:r="http://schemas.openxmlformats.org/officeDocument/2006/relationships" id="261" r:id="R53a8e3de3eb44f6b"/>
    <p:sldId xmlns:r="http://schemas.openxmlformats.org/officeDocument/2006/relationships" id="262" r:id="R95112cbfc2434ba9"/>
    <p:sldId xmlns:r="http://schemas.openxmlformats.org/officeDocument/2006/relationships" id="263" r:id="Rbaf3ecebacc6463b"/>
    <p:sldId xmlns:r="http://schemas.openxmlformats.org/officeDocument/2006/relationships" id="264" r:id="Rf5dbe825d7b44ccc"/>
    <p:sldId xmlns:r="http://schemas.openxmlformats.org/officeDocument/2006/relationships" id="265" r:id="R2e8a2730fff74016"/>
    <p:sldId xmlns:r="http://schemas.openxmlformats.org/officeDocument/2006/relationships" id="266" r:id="R376add60173b42f5"/>
    <p:sldId xmlns:r="http://schemas.openxmlformats.org/officeDocument/2006/relationships" id="267" r:id="R6d0519c0e9ae45a4"/>
    <p:sldId xmlns:r="http://schemas.openxmlformats.org/officeDocument/2006/relationships" id="268" r:id="R1484f529d2db4de8"/>
    <p:sldId xmlns:r="http://schemas.openxmlformats.org/officeDocument/2006/relationships" id="269" r:id="Rbfcb323fd9384d5d"/>
    <p:sldId xmlns:r="http://schemas.openxmlformats.org/officeDocument/2006/relationships" id="270" r:id="Ref602652e65f4f84"/>
    <p:sldId xmlns:r="http://schemas.openxmlformats.org/officeDocument/2006/relationships" id="271" r:id="Rb8b44597e1274aa0"/>
    <p:sldId xmlns:r="http://schemas.openxmlformats.org/officeDocument/2006/relationships" id="272" r:id="R599896a0978c4ea8"/>
    <p:sldId xmlns:r="http://schemas.openxmlformats.org/officeDocument/2006/relationships" id="273" r:id="Rd43d3ad647804961"/>
    <p:sldId xmlns:r="http://schemas.openxmlformats.org/officeDocument/2006/relationships" id="274" r:id="Re362a1ddcf8f45b8"/>
    <p:sldId xmlns:r="http://schemas.openxmlformats.org/officeDocument/2006/relationships" id="275" r:id="Raf19fe235a4f4bc3"/>
    <p:sldId xmlns:r="http://schemas.openxmlformats.org/officeDocument/2006/relationships" id="276" r:id="R9240a38f8513409a"/>
    <p:sldId xmlns:r="http://schemas.openxmlformats.org/officeDocument/2006/relationships" id="277" r:id="R50e4ac16b18d435d"/>
    <p:sldId xmlns:r="http://schemas.openxmlformats.org/officeDocument/2006/relationships" id="278" r:id="Ra4e074ee2d594f4b"/>
    <p:sldId xmlns:r="http://schemas.openxmlformats.org/officeDocument/2006/relationships" id="279" r:id="R0a33a5487b324311"/>
    <p:sldId xmlns:r="http://schemas.openxmlformats.org/officeDocument/2006/relationships" id="280" r:id="Rd490ed81cf3c453d"/>
    <p:sldId xmlns:r="http://schemas.openxmlformats.org/officeDocument/2006/relationships" id="281" r:id="Rd51dae3ec2994ce4"/>
    <p:sldId xmlns:r="http://schemas.openxmlformats.org/officeDocument/2006/relationships" id="282" r:id="Rdff4205897984101"/>
    <p:sldId xmlns:r="http://schemas.openxmlformats.org/officeDocument/2006/relationships" id="283" r:id="R34700286382c4ef1"/>
    <p:sldId xmlns:r="http://schemas.openxmlformats.org/officeDocument/2006/relationships" id="284" r:id="R7bd93ce1b0e84ec3"/>
    <p:sldId xmlns:r="http://schemas.openxmlformats.org/officeDocument/2006/relationships" id="285" r:id="R1bc2985d44424665"/>
    <p:sldId xmlns:r="http://schemas.openxmlformats.org/officeDocument/2006/relationships" id="286" r:id="Rd4457c2322af4b5b"/>
    <p:sldId xmlns:r="http://schemas.openxmlformats.org/officeDocument/2006/relationships" id="287" r:id="Rb28b3523873a4737"/>
    <p:sldId xmlns:r="http://schemas.openxmlformats.org/officeDocument/2006/relationships" id="288" r:id="Rebde1749ccd941b9"/>
    <p:sldId xmlns:r="http://schemas.openxmlformats.org/officeDocument/2006/relationships" id="289" r:id="R009672eddc41418c"/>
    <p:sldId xmlns:r="http://schemas.openxmlformats.org/officeDocument/2006/relationships" id="290" r:id="R676e2a7d33de48bd"/>
    <p:sldId xmlns:r="http://schemas.openxmlformats.org/officeDocument/2006/relationships" id="291" r:id="R82bc53e6f7994bc1"/>
    <p:sldId xmlns:r="http://schemas.openxmlformats.org/officeDocument/2006/relationships" id="292" r:id="R1a1442f1789d4ed8"/>
    <p:sldId xmlns:r="http://schemas.openxmlformats.org/officeDocument/2006/relationships" id="293" r:id="R5450be10114141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54e91068a8e4a98" /><Relationship Type="http://schemas.openxmlformats.org/officeDocument/2006/relationships/slideMaster" Target="/ppt/slideMasters/slideMaster1.xml" Id="Rafa22177cc7d4021" /><Relationship Type="http://schemas.openxmlformats.org/officeDocument/2006/relationships/notesMaster" Target="/ppt/notesMasters/notesMaster1.xml" Id="R206f9600f76747af" /><Relationship Type="http://schemas.openxmlformats.org/officeDocument/2006/relationships/presProps" Target="/ppt/presProps.xml" Id="Rce725ff150cc4c78" /><Relationship Type="http://schemas.openxmlformats.org/officeDocument/2006/relationships/tableStyles" Target="/ppt/tableStyles.xml" Id="Rf901a1c491a44ab8" /><Relationship Type="http://schemas.openxmlformats.org/officeDocument/2006/relationships/slide" Target="/ppt/slides/slide1.xml" Id="R038eba007d3440c9" /><Relationship Type="http://schemas.openxmlformats.org/officeDocument/2006/relationships/slide" Target="/ppt/slides/slide2.xml" Id="R53ca11eac8b74c58" /><Relationship Type="http://schemas.openxmlformats.org/officeDocument/2006/relationships/slide" Target="/ppt/slides/slide3.xml" Id="R257c5eeb1fb34f01" /><Relationship Type="http://schemas.openxmlformats.org/officeDocument/2006/relationships/slide" Target="/ppt/slides/slide4.xml" Id="R39e87ca1c3244dbf" /><Relationship Type="http://schemas.openxmlformats.org/officeDocument/2006/relationships/slide" Target="/ppt/slides/slide5.xml" Id="R26eefd6d2f92433b" /><Relationship Type="http://schemas.openxmlformats.org/officeDocument/2006/relationships/slide" Target="/ppt/slides/slide6.xml" Id="R53a8e3de3eb44f6b" /><Relationship Type="http://schemas.openxmlformats.org/officeDocument/2006/relationships/slide" Target="/ppt/slides/slide7.xml" Id="R95112cbfc2434ba9" /><Relationship Type="http://schemas.openxmlformats.org/officeDocument/2006/relationships/slide" Target="/ppt/slides/slide8.xml" Id="Rbaf3ecebacc6463b" /><Relationship Type="http://schemas.openxmlformats.org/officeDocument/2006/relationships/slide" Target="/ppt/slides/slide9.xml" Id="Rf5dbe825d7b44ccc" /><Relationship Type="http://schemas.openxmlformats.org/officeDocument/2006/relationships/slide" Target="/ppt/slides/slide10.xml" Id="R2e8a2730fff74016" /><Relationship Type="http://schemas.openxmlformats.org/officeDocument/2006/relationships/slide" Target="/ppt/slides/slide11.xml" Id="R376add60173b42f5" /><Relationship Type="http://schemas.openxmlformats.org/officeDocument/2006/relationships/slide" Target="/ppt/slides/slide12.xml" Id="R6d0519c0e9ae45a4" /><Relationship Type="http://schemas.openxmlformats.org/officeDocument/2006/relationships/slide" Target="/ppt/slides/slide13.xml" Id="R1484f529d2db4de8" /><Relationship Type="http://schemas.openxmlformats.org/officeDocument/2006/relationships/slide" Target="/ppt/slides/slide14.xml" Id="Rbfcb323fd9384d5d" /><Relationship Type="http://schemas.openxmlformats.org/officeDocument/2006/relationships/slide" Target="/ppt/slides/slide15.xml" Id="Ref602652e65f4f84" /><Relationship Type="http://schemas.openxmlformats.org/officeDocument/2006/relationships/slide" Target="/ppt/slides/slide16.xml" Id="Rb8b44597e1274aa0" /><Relationship Type="http://schemas.openxmlformats.org/officeDocument/2006/relationships/slide" Target="/ppt/slides/slide17.xml" Id="R599896a0978c4ea8" /><Relationship Type="http://schemas.openxmlformats.org/officeDocument/2006/relationships/slide" Target="/ppt/slides/slide18.xml" Id="Rd43d3ad647804961" /><Relationship Type="http://schemas.openxmlformats.org/officeDocument/2006/relationships/slide" Target="/ppt/slides/slide19.xml" Id="Re362a1ddcf8f45b8" /><Relationship Type="http://schemas.openxmlformats.org/officeDocument/2006/relationships/slide" Target="/ppt/slides/slide20.xml" Id="Raf19fe235a4f4bc3" /><Relationship Type="http://schemas.openxmlformats.org/officeDocument/2006/relationships/slide" Target="/ppt/slides/slide21.xml" Id="R9240a38f8513409a" /><Relationship Type="http://schemas.openxmlformats.org/officeDocument/2006/relationships/slide" Target="/ppt/slides/slide22.xml" Id="R50e4ac16b18d435d" /><Relationship Type="http://schemas.openxmlformats.org/officeDocument/2006/relationships/slide" Target="/ppt/slides/slide23.xml" Id="Ra4e074ee2d594f4b" /><Relationship Type="http://schemas.openxmlformats.org/officeDocument/2006/relationships/slide" Target="/ppt/slides/slide24.xml" Id="R0a33a5487b324311" /><Relationship Type="http://schemas.openxmlformats.org/officeDocument/2006/relationships/slide" Target="/ppt/slides/slide25.xml" Id="Rd490ed81cf3c453d" /><Relationship Type="http://schemas.openxmlformats.org/officeDocument/2006/relationships/slide" Target="/ppt/slides/slide26.xml" Id="Rd51dae3ec2994ce4" /><Relationship Type="http://schemas.openxmlformats.org/officeDocument/2006/relationships/slide" Target="/ppt/slides/slide27.xml" Id="Rdff4205897984101" /><Relationship Type="http://schemas.openxmlformats.org/officeDocument/2006/relationships/slide" Target="/ppt/slides/slide28.xml" Id="R34700286382c4ef1" /><Relationship Type="http://schemas.openxmlformats.org/officeDocument/2006/relationships/slide" Target="/ppt/slides/slide29.xml" Id="R7bd93ce1b0e84ec3" /><Relationship Type="http://schemas.openxmlformats.org/officeDocument/2006/relationships/slide" Target="/ppt/slides/slide30.xml" Id="R1bc2985d44424665" /><Relationship Type="http://schemas.openxmlformats.org/officeDocument/2006/relationships/slide" Target="/ppt/slides/slide31.xml" Id="Rd4457c2322af4b5b" /><Relationship Type="http://schemas.openxmlformats.org/officeDocument/2006/relationships/slide" Target="/ppt/slides/slide32.xml" Id="Rb28b3523873a4737" /><Relationship Type="http://schemas.openxmlformats.org/officeDocument/2006/relationships/slide" Target="/ppt/slides/slide33.xml" Id="Rebde1749ccd941b9" /><Relationship Type="http://schemas.openxmlformats.org/officeDocument/2006/relationships/slide" Target="/ppt/slides/slide34.xml" Id="R009672eddc41418c" /><Relationship Type="http://schemas.openxmlformats.org/officeDocument/2006/relationships/slide" Target="/ppt/slides/slide35.xml" Id="R676e2a7d33de48bd" /><Relationship Type="http://schemas.openxmlformats.org/officeDocument/2006/relationships/slide" Target="/ppt/slides/slide36.xml" Id="R82bc53e6f7994bc1" /><Relationship Type="http://schemas.openxmlformats.org/officeDocument/2006/relationships/slide" Target="/ppt/slides/slide37.xml" Id="R1a1442f1789d4ed8" /><Relationship Type="http://schemas.openxmlformats.org/officeDocument/2006/relationships/slide" Target="/ppt/slides/slide38.xml" Id="R5450be10114141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ac7eb641cb4d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f4a6563d9549a2" /><Relationship Type="http://schemas.openxmlformats.org/officeDocument/2006/relationships/notesMaster" Target="/ppt/notesMasters/notesMaster1.xml" Id="R80ff1c7c3f664e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56ec12c89146ef" /><Relationship Type="http://schemas.openxmlformats.org/officeDocument/2006/relationships/notesMaster" Target="/ppt/notesMasters/notesMaster1.xml" Id="R76ce3fe9746343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0299bb1ad54da3" /><Relationship Type="http://schemas.openxmlformats.org/officeDocument/2006/relationships/notesMaster" Target="/ppt/notesMasters/notesMaster1.xml" Id="R097c7cc3ec1448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55cb74ea0a4a39" /><Relationship Type="http://schemas.openxmlformats.org/officeDocument/2006/relationships/notesMaster" Target="/ppt/notesMasters/notesMaster1.xml" Id="R869dec420f1343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35030c4a2744fd1" /><Relationship Type="http://schemas.openxmlformats.org/officeDocument/2006/relationships/notesMaster" Target="/ppt/notesMasters/notesMaster1.xml" Id="R305cf5d70fc747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bd5582c31446df" /><Relationship Type="http://schemas.openxmlformats.org/officeDocument/2006/relationships/notesMaster" Target="/ppt/notesMasters/notesMaster1.xml" Id="Rd9a3185001ce48b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2f006055a94fdb" /><Relationship Type="http://schemas.openxmlformats.org/officeDocument/2006/relationships/notesMaster" Target="/ppt/notesMasters/notesMaster1.xml" Id="R0eccf2afe5114e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df1a77782df24831" /><Relationship Type="http://schemas.openxmlformats.org/officeDocument/2006/relationships/notesMaster" Target="/ppt/notesMasters/notesMaster1.xml" Id="Rc4bd7801ab8743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ee205cf593415d" /><Relationship Type="http://schemas.openxmlformats.org/officeDocument/2006/relationships/notesMaster" Target="/ppt/notesMasters/notesMaster1.xml" Id="R96d6d83761424c1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3bea782c8c34ea3" /><Relationship Type="http://schemas.openxmlformats.org/officeDocument/2006/relationships/notesMaster" Target="/ppt/notesMasters/notesMaster1.xml" Id="R40926905f2ab4f3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1c0cc8289ed4756" /><Relationship Type="http://schemas.openxmlformats.org/officeDocument/2006/relationships/notesMaster" Target="/ppt/notesMasters/notesMaster1.xml" Id="R198daec8aace4c4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a7becb607bf48c3" /><Relationship Type="http://schemas.openxmlformats.org/officeDocument/2006/relationships/notesMaster" Target="/ppt/notesMasters/notesMaster1.xml" Id="R004bac760f6b446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b106c854f464f54" /><Relationship Type="http://schemas.openxmlformats.org/officeDocument/2006/relationships/notesMaster" Target="/ppt/notesMasters/notesMaster1.xml" Id="R6e929de036fe470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e82b1ca77cc4c51" /><Relationship Type="http://schemas.openxmlformats.org/officeDocument/2006/relationships/notesMaster" Target="/ppt/notesMasters/notesMaster1.xml" Id="R590a5a4d592c416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0c8c64f229f4fa7" /><Relationship Type="http://schemas.openxmlformats.org/officeDocument/2006/relationships/notesMaster" Target="/ppt/notesMasters/notesMaster1.xml" Id="R3f3876bb5598461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64abd935eb04f1e" /><Relationship Type="http://schemas.openxmlformats.org/officeDocument/2006/relationships/notesMaster" Target="/ppt/notesMasters/notesMaster1.xml" Id="R4fa877b371b443e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e5276209e8a448c" /><Relationship Type="http://schemas.openxmlformats.org/officeDocument/2006/relationships/notesMaster" Target="/ppt/notesMasters/notesMaster1.xml" Id="Rea568b45fb284f2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177b3afdfed426a" /><Relationship Type="http://schemas.openxmlformats.org/officeDocument/2006/relationships/notesMaster" Target="/ppt/notesMasters/notesMaster1.xml" Id="R8a661c9d3bea451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0aef6a2a4b84c95" /><Relationship Type="http://schemas.openxmlformats.org/officeDocument/2006/relationships/notesMaster" Target="/ppt/notesMasters/notesMaster1.xml" Id="Rf03d2679ddad482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c0aaaa8b5b04c8b" /><Relationship Type="http://schemas.openxmlformats.org/officeDocument/2006/relationships/notesMaster" Target="/ppt/notesMasters/notesMaster1.xml" Id="Rf480790518df40c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bd142b0a8c2424f" /><Relationship Type="http://schemas.openxmlformats.org/officeDocument/2006/relationships/notesMaster" Target="/ppt/notesMasters/notesMaster1.xml" Id="Rd89a8ec49ad141e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415eb4877774d01" /><Relationship Type="http://schemas.openxmlformats.org/officeDocument/2006/relationships/notesMaster" Target="/ppt/notesMasters/notesMaster1.xml" Id="Rf0e0d0ecccbc422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cbe4d0499fa45fd" /><Relationship Type="http://schemas.openxmlformats.org/officeDocument/2006/relationships/notesMaster" Target="/ppt/notesMasters/notesMaster1.xml" Id="R49f26c732340438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d01747b05a547f7" /><Relationship Type="http://schemas.openxmlformats.org/officeDocument/2006/relationships/notesMaster" Target="/ppt/notesMasters/notesMaster1.xml" Id="R4806707b8e5c482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2e4caf85bb147c3" /><Relationship Type="http://schemas.openxmlformats.org/officeDocument/2006/relationships/notesMaster" Target="/ppt/notesMasters/notesMaster1.xml" Id="R6b557b66a20844c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d62ce5b2b5f4a6f" /><Relationship Type="http://schemas.openxmlformats.org/officeDocument/2006/relationships/notesMaster" Target="/ppt/notesMasters/notesMaster1.xml" Id="R1d7532ec9a604e4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fd4315f1b024c68" /><Relationship Type="http://schemas.openxmlformats.org/officeDocument/2006/relationships/notesMaster" Target="/ppt/notesMasters/notesMaster1.xml" Id="R2fa7ecd73f10499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085d2960aa24a3f" /><Relationship Type="http://schemas.openxmlformats.org/officeDocument/2006/relationships/notesMaster" Target="/ppt/notesMasters/notesMaster1.xml" Id="Rd0780a8a61db411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f68fab6af5042b5" /><Relationship Type="http://schemas.openxmlformats.org/officeDocument/2006/relationships/notesMaster" Target="/ppt/notesMasters/notesMaster1.xml" Id="Rcf2de41ce69043c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fcce0fad2ac4487" /><Relationship Type="http://schemas.openxmlformats.org/officeDocument/2006/relationships/notesMaster" Target="/ppt/notesMasters/notesMaster1.xml" Id="R3bb7ceb3dd02461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5d6b5e040c04c44" /><Relationship Type="http://schemas.openxmlformats.org/officeDocument/2006/relationships/notesMaster" Target="/ppt/notesMasters/notesMaster1.xml" Id="Raca62d2c95cd47f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d7227f1a74c4bbc" /><Relationship Type="http://schemas.openxmlformats.org/officeDocument/2006/relationships/notesMaster" Target="/ppt/notesMasters/notesMaster1.xml" Id="Rfe868730805845c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ba755a2723a40a1" /><Relationship Type="http://schemas.openxmlformats.org/officeDocument/2006/relationships/notesMaster" Target="/ppt/notesMasters/notesMaster1.xml" Id="Re3eef1c619df496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0957e23fef74e45" /><Relationship Type="http://schemas.openxmlformats.org/officeDocument/2006/relationships/notesMaster" Target="/ppt/notesMasters/notesMaster1.xml" Id="R4825d1f6c5e64db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cdca2cbb9e14a35" /><Relationship Type="http://schemas.openxmlformats.org/officeDocument/2006/relationships/notesMaster" Target="/ppt/notesMasters/notesMaster1.xml" Id="R8eb49823a78e4df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49051c219e74d4e" /><Relationship Type="http://schemas.openxmlformats.org/officeDocument/2006/relationships/notesMaster" Target="/ppt/notesMasters/notesMaster1.xml" Id="Ra9070d7d04e5496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a7bc82acc3548b7" /><Relationship Type="http://schemas.openxmlformats.org/officeDocument/2006/relationships/notesMaster" Target="/ppt/notesMasters/notesMaster1.xml" Id="R478d8b8258af410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c5d44c0cdd4439f" /><Relationship Type="http://schemas.openxmlformats.org/officeDocument/2006/relationships/notesMaster" Target="/ppt/notesMasters/notesMaster1.xml" Id="R26789748b3dc4e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sunum yeni aşamanın görev planıdır. Yeni özelliklerin kodlarının hazır olduğunu veya etkinliğin sınıfta yapıldığını belirtmez. Kapaktaki görsel önceki çalışan uygulamanın ekranıdır. Yeni özellikler bu görselde henüz yoktur.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Kategori ve tarih aynı grupta birleştirilerek önerilen yedi aşama altı gruba dağıtıldı. Sunum ve bütünleştirme sırası 1, 2, 3, 4, 5, 6 şeklindedir. Öğrencilerin görevleri bekleyerek değil öğretmenin aşamaya uygun iskeletleriyle hazırlaması hedeflenir.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Mevcut kaynak konumu: D:/Codex/NotDefteriOrnekleri/09_tum_ozellikler. Not modelinin id, metin ve favori alanları korunur. Yeni alanlar öğretmenin belirlediği ortak adlarla eklenir. Eski özellikler silme, düzenleme, arama, favori, sıralama ve giriş kontrolüdür.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veya hafta atanmamıştır. RecyclerView henüz sınıfta işlenmediyse önce ortak başlangıç anlatılır. Grup 5 ve Grup 6’nın yeni teknoloji yükü daha fazladır. Bu gruplardan yeni kütüphaneleri açıklamasız araştırması beklenmez. Ayrı Activity, ViewModel ve Fragment kavramları birbirinin yerine geçirilmeden sırasıyla anlatılır.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Öğretmen için kısa açıklama: Örnek: not.copy(baslik = "Android dersi"). Notun id ve diğer belirtilmeyen alanları korunur. copy sığ kopyadır. Bu modelde temel alanlar kullanıldığı için iç içe değiştirilebilir liste kopyalama ayrıntısı bu etkinliğin kapsamına girmez.</a:t>
            </a:r>
          </a:p>
          <a:p xmlns:a="http://schemas.openxmlformats.org/drawingml/2006/main">
            <a:r>
              <a:t/>
            </a:r>
          </a:p>
          <a:p xmlns:a="http://schemas.openxmlformats.org/drawingml/2006/main">
            <a:r>
              <a:t>Teknik kaynaklar:</a:t>
            </a:r>
          </a:p>
          <a:p xmlns:a="http://schemas.openxmlformats.org/drawingml/2006/main">
            <a:r>
              <a:t>https://kotlinlang.org/docs/data-classes.html</a:t>
            </a:r>
          </a:p>
          <a:p xmlns:a="http://schemas.openxmlformats.org/drawingml/2006/main">
            <a:r>
              <a:t>https://developer.android.com/topic/libraries/view-binding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İlk örneklerde Not.metin vardı. Bu aşama baslik alanını ekler. Başlık için 40 karakter yeni etkinlik kuralıdır. Metnin mevcut 100 karakter sınırı korunur. Öğretmen data class değişikliğini küçük örnekle gösterir.</a:t>
            </a:r>
          </a:p>
          <a:p xmlns:a="http://schemas.openxmlformats.org/drawingml/2006/main">
            <a:r>
              <a:t>Etkilenen dosyalar: Not.kt, NotDefteri.kt, MainActivity.kt, iki XML ve NotAdapter.kt</a:t>
            </a:r>
          </a:p>
          <a:p xmlns:a="http://schemas.openxmlformats.org/drawingml/2006/main">
            <a:r>
              <a:t/>
            </a:r>
          </a:p>
          <a:p xmlns:a="http://schemas.openxmlformats.org/drawingml/2006/main">
            <a:r>
              <a:t>Kısa kavram notları:</a:t>
            </a:r>
          </a:p>
          <a:p xmlns:a="http://schemas.openxmlformats.org/drawingml/2006/main">
            <a:r>
              <a:t>Data class: Bir notun id, başlık, metin ve favori gibi verilerini bir arada tutar.</a:t>
            </a:r>
          </a:p>
          <a:p xmlns:a="http://schemas.openxmlformats.org/drawingml/2006/main">
            <a:r>
              <a:t>copy(): Mevcut nottan, seçilen alanı değişmiş bir kopya üretir. id belirtilmezse aynı kalır.</a:t>
            </a:r>
          </a:p>
          <a:p xmlns:a="http://schemas.openxmlformats.org/drawingml/2006/main">
            <a:r>
              <a:t>ViewBinding: XML’deki id’li görünümlere Kotlin’den erişmek için sınıflar üretir. Örnek: binding.notGirdisi.</a:t>
            </a:r>
          </a:p>
          <a:p xmlns:a="http://schemas.openxmlformats.org/drawingml/2006/main">
            <a:r>
              <a:t>Örnek: not.copy(baslik = "Android dersi"). Notun id ve diğer belirtilmeyen alanları korunur. copy sığ kopyadır. Bu modelde temel alanlar kullanıldığı için iç içe değiştirilebilir liste kopyalama ayrıntısı bu etkinliğin kapsamına girmez.</a:t>
            </a:r>
          </a:p>
          <a:p xmlns:a="http://schemas.openxmlformats.org/drawingml/2006/main">
            <a:r>
              <a:t>Kaynaklar:</a:t>
            </a:r>
          </a:p>
          <a:p xmlns:a="http://schemas.openxmlformats.org/drawingml/2006/main">
            <a:r>
              <a:t>https://kotlinlang.org/docs/data-classes.html</a:t>
            </a:r>
          </a:p>
          <a:p xmlns:a="http://schemas.openxmlformats.org/drawingml/2006/main">
            <a:r>
              <a:t>https://developer.android.com/topic/libraries/view-binding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görseller eğitim amacıyla oluşturulan yerel Android XML arayüz prototipinin Pixel 6 Android 16 emülatöründe alınmış ekran görüntüleridir. Önceki çalışan not defterinin devamında hedeflenen arayüzü gösterir. Tamamlanmış altı yeni proje veya test edilmiş ViewModel/Fragment uygulaması olarak sunulmaz. Grup 5’in yatay ve dikey görüntüleri hedef veri koruma davranışını açıklamak içindir. Grup 6’daki Fragment adları hedef mimariyi belirtir. Bu prototipin kendisi Activity tabanlı statik bir görsel araçtır. Kaynak ekranlar: D:/Codex/NotDefteriGrupSunumu/build/hedef-ekranlar.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İlk örneklerde Not.metin vardı. Bu aşama baslik alanını ekler. Başlık için 40 karakter yeni etkinlik kuralıdır. Metnin mevcut 100 karakter sınırı korunur. Öğretmen data class değişikliğini küçük örnekle gösterir.</a:t>
            </a:r>
          </a:p>
          <a:p xmlns:a="http://schemas.openxmlformats.org/drawingml/2006/main">
            <a:r>
              <a:t>Kazanımlar öğrencinin teslim sırasında göstereceği gözlenebilir davranışlar olarak yazılmıştır. Bunlar öğrencilerin şimdiden kazandığı beceriler değildir.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İlk örneklerde Not.metin vardı. Bu aşama baslik alanını ekler. Başlık için 40 karakter yeni etkinlik kuralıdır. Metnin mevcut 100 karakter sınırı korunur. Öğretmen data class değişikliğini küçük örnekle gösterir.</a:t>
            </a:r>
          </a:p>
          <a:p xmlns:a="http://schemas.openxmlformats.org/drawingml/2006/main">
            <a:r>
              <a:t>Asgari teslim: çalışan proje, üç kontrolün sonucu ve kişisel katkı açıklamaları. Dosyalar: Not.kt, NotDefteri.kt, MainActivity.kt, iki XML ve NotAdapter.kt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Öğretmen için kısa açıklama: Örnek: kategori Ders seçilir. Yeni notta iki zaman alanı aynı anı tutar. Düzenlemede oluşturulma değeri korunur. Saat dilimi ve biçimlendirme fonksiyonunu öğretmen sağlar.</a:t>
            </a:r>
          </a:p>
          <a:p xmlns:a="http://schemas.openxmlformats.org/drawingml/2006/main">
            <a:r>
              <a:t/>
            </a:r>
          </a:p>
          <a:p xmlns:a="http://schemas.openxmlformats.org/drawingml/2006/main">
            <a:r>
              <a:t>Teknik kaynaklar:</a:t>
            </a:r>
          </a:p>
          <a:p xmlns:a="http://schemas.openxmlformats.org/drawingml/2006/main">
            <a:r>
              <a:t>https://developer.android.com/develop/ui/views/components/spinner</a:t>
            </a:r>
          </a:p>
          <a:p xmlns:a="http://schemas.openxmlformats.org/drawingml/2006/main">
            <a:r>
              <a:t>https://docs.oracle.com/en/java/javase/21/docs/api/java.base/java/time/Instant.html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İki alan ailesi tek grup altında toplandı çünkü kategori ve tarih aynı model genişletme aşamasını paylaşır. Öğretmen tarih biçimlendirme fonksiyonunu sağlar. Öğrenciden saat dilimi araştırması beklenmez. Sistem saati değişikliği bu etkinliğin değerlendirme kapsamına alınmaz.</a:t>
            </a:r>
          </a:p>
          <a:p xmlns:a="http://schemas.openxmlformats.org/drawingml/2006/main">
            <a:r>
              <a:t>Etkilenen dosyalar: Not.kt, NotDefteri.kt, MainActivity.kt, activity_main.xml ve item_not.xml</a:t>
            </a:r>
          </a:p>
          <a:p xmlns:a="http://schemas.openxmlformats.org/drawingml/2006/main">
            <a:r>
              <a:t/>
            </a:r>
          </a:p>
          <a:p xmlns:a="http://schemas.openxmlformats.org/drawingml/2006/main">
            <a:r>
              <a:t>Kısa kavram notları:</a:t>
            </a:r>
          </a:p>
          <a:p xmlns:a="http://schemas.openxmlformats.org/drawingml/2006/main">
            <a:r>
              <a:t>Spinner: Kategori seçeneklerinden tek değer seçtiren açılır listedir. Seçilen değer notun kategori alanına yazılır.</a:t>
            </a:r>
          </a:p>
          <a:p xmlns:a="http://schemas.openxmlformats.org/drawingml/2006/main">
            <a:r>
              <a:t>Zaman damgası: Bir anı sayısal değerle temsil eder. Oluşturulma ve son düzenlenme için ayrı değerler tutulur.</a:t>
            </a:r>
          </a:p>
          <a:p xmlns:a="http://schemas.openxmlformats.org/drawingml/2006/main">
            <a:r>
              <a:t>Tarih biçimlendirme: Zamanı “21 Eki 2026, 09.30” gibi okunur metne dönüştürür. Saklanan zaman değeri aynı kalır.</a:t>
            </a:r>
          </a:p>
          <a:p xmlns:a="http://schemas.openxmlformats.org/drawingml/2006/main">
            <a:r>
              <a:t>Örnek: kategori Ders seçilir. Yeni notta iki zaman alanı aynı anı tutar. Düzenlemede oluşturulma değeri korunur. Saat dilimi ve biçimlendirme fonksiyonunu öğretmen sağlar.</a:t>
            </a:r>
          </a:p>
          <a:p xmlns:a="http://schemas.openxmlformats.org/drawingml/2006/main">
            <a:r>
              <a:t>Kaynaklar:</a:t>
            </a:r>
          </a:p>
          <a:p xmlns:a="http://schemas.openxmlformats.org/drawingml/2006/main">
            <a:r>
              <a:t>https://developer.android.com/develop/ui/views/components/spinner</a:t>
            </a:r>
          </a:p>
          <a:p xmlns:a="http://schemas.openxmlformats.org/drawingml/2006/main">
            <a:r>
              <a:t>https://docs.oracle.com/en/java/javase/21/docs/api/java.base/java/time/Instant.html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görseller eğitim amacıyla oluşturulan yerel Android XML arayüz prototipinin Pixel 6 Android 16 emülatöründe alınmış ekran görüntüleridir. Önceki çalışan not defterinin devamında hedeflenen arayüzü gösterir. Tamamlanmış altı yeni proje veya test edilmiş ViewModel/Fragment uygulaması olarak sunulmaz. Grup 5’in yatay ve dikey görüntüleri hedef veri koruma davranışını açıklamak içindir. Grup 6’daki Fragment adları hedef mimariyi belirtir. Bu prototipin kendisi Activity tabanlı statik bir görsel araçtır. Kaynak ekranlar: D:/Codex/NotDefteriGrupSunumu/build/hedef-ekranlar.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İki alan ailesi tek grup altında toplandı çünkü kategori ve tarih aynı model genişletme aşamasını paylaşır. Öğretmen tarih biçimlendirme fonksiyonunu sağlar. Öğrenciden saat dilimi araştırması beklenmez. Sistem saati değişikliği bu etkinliğin değerlendirme kapsamına alınmaz.</a:t>
            </a:r>
          </a:p>
          <a:p xmlns:a="http://schemas.openxmlformats.org/drawingml/2006/main">
            <a:r>
              <a:t>Kazanımlar öğrencinin teslim sırasında göstereceği gözlenebilir davranışlar olarak yazılmıştır. Bunlar öğrencilerin şimdiden kazandığı beceriler değildir.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İki alan ailesi tek grup altında toplandı çünkü kategori ve tarih aynı model genişletme aşamasını paylaşır. Öğretmen tarih biçimlendirme fonksiyonunu sağlar. Öğrenciden saat dilimi araştırması beklenmez. Sistem saati değişikliği bu etkinliğin değerlendirme kapsamına alınmaz.</a:t>
            </a:r>
          </a:p>
          <a:p xmlns:a="http://schemas.openxmlformats.org/drawingml/2006/main">
            <a:r>
              <a:t>Asgari teslim: çalışan proje, üç kontrolün sonucu ve kişisel katkı açıklamaları. Dosyalar: Not.kt, NotDefteri.kt, MainActivity.kt, activity_main.xml ve item_not.xml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Öğretmen için kısa açıklama: Örnek: Intent(this, NotDetayActivity::class.java).putExtra("not_id", not.id). Metin için getStringExtra, Long kimlik için getLongExtra kullanılır. Eksik değerde uygun varsayılan veya hata mesajı gösterilir.</a:t>
            </a:r>
          </a:p>
          <a:p xmlns:a="http://schemas.openxmlformats.org/drawingml/2006/main">
            <a:r>
              <a:t/>
            </a:r>
          </a:p>
          <a:p xmlns:a="http://schemas.openxmlformats.org/drawingml/2006/main">
            <a:r>
              <a:t>Teknik kaynaklar:</a:t>
            </a:r>
          </a:p>
          <a:p xmlns:a="http://schemas.openxmlformats.org/drawingml/2006/main">
            <a:r>
              <a:t>https://developer.android.com/guide/components/intents-filters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aşama ayrı Activity ile ekranlar arası iletişimi pekiştirir. Okunur veri anlık kopya olarak Intent extras ile geçer. Ayrıntıda düzenleme ve geri sonuç gönderme zorunlu değildir. ViewModel aşamasında iki Activity aynı Activity-scoped ViewModel örneğini paylaşmaz.</a:t>
            </a:r>
          </a:p>
          <a:p xmlns:a="http://schemas.openxmlformats.org/drawingml/2006/main">
            <a:r>
              <a:t>Etkilenen dosyalar: NotDetayActivity.kt, activity_not_detay.xml, MainActivity.kt, adapter ve Manifest</a:t>
            </a:r>
          </a:p>
          <a:p xmlns:a="http://schemas.openxmlformats.org/drawingml/2006/main">
            <a:r>
              <a:t/>
            </a:r>
          </a:p>
          <a:p xmlns:a="http://schemas.openxmlformats.org/drawingml/2006/main">
            <a:r>
              <a:t>Kısa kavram notları:</a:t>
            </a:r>
          </a:p>
          <a:p xmlns:a="http://schemas.openxmlformats.org/drawingml/2006/main">
            <a:r>
              <a:t>Activity: Bir ekranı yöneten Android bileşenidir. Bu görevde liste ve ayrıntı ayrı Activity’lerde bulunur.</a:t>
            </a:r>
          </a:p>
          <a:p xmlns:a="http://schemas.openxmlformats.org/drawingml/2006/main">
            <a:r>
              <a:t>Explicit Intent: Hedef Activity’nin adını açıkça belirterek onu başlatır. Bu projede NotDetayActivity açılır.</a:t>
            </a:r>
          </a:p>
          <a:p xmlns:a="http://schemas.openxmlformats.org/drawingml/2006/main">
            <a:r>
              <a:t>Extras: Intent içindeki anahtar–değer verileridir. putExtra ile yazılır, get…Extra ile okunur. id, başlık ve metin taşınır.</a:t>
            </a:r>
          </a:p>
          <a:p xmlns:a="http://schemas.openxmlformats.org/drawingml/2006/main">
            <a:r>
              <a:t>Örnek: Intent(this, NotDetayActivity::class.java).putExtra("not_id", not.id). Metin için getStringExtra, Long kimlik için getLongExtra kullanılır. Eksik değerde uygun varsayılan veya hata mesajı gösterilir.</a:t>
            </a:r>
          </a:p>
          <a:p xmlns:a="http://schemas.openxmlformats.org/drawingml/2006/main">
            <a:r>
              <a:t>Kaynaklar:</a:t>
            </a:r>
          </a:p>
          <a:p xmlns:a="http://schemas.openxmlformats.org/drawingml/2006/main">
            <a:r>
              <a:t>https://developer.android.com/guide/components/intents-filters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görseller eğitim amacıyla oluşturulan yerel Android XML arayüz prototipinin Pixel 6 Android 16 emülatöründe alınmış ekran görüntüleridir. Önceki çalışan not defterinin devamında hedeflenen arayüzü gösterir. Tamamlanmış altı yeni proje veya test edilmiş ViewModel/Fragment uygulaması olarak sunulmaz. Grup 5’in yatay ve dikey görüntüleri hedef veri koruma davranışını açıklamak içindir. Grup 6’daki Fragment adları hedef mimariyi belirtir. Bu prototipin kendisi Activity tabanlı statik bir görsel araçtır. Kaynak ekranlar: D:/Codex/NotDefteriGrupSunumu/build/hedef-ekranlar.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aşama ayrı Activity ile ekranlar arası iletişimi pekiştirir. Okunur veri anlık kopya olarak Intent extras ile geçer. Ayrıntıda düzenleme ve geri sonuç gönderme zorunlu değildir. ViewModel aşamasında iki Activity aynı Activity-scoped ViewModel örneğini paylaşmaz.</a:t>
            </a:r>
          </a:p>
          <a:p xmlns:a="http://schemas.openxmlformats.org/drawingml/2006/main">
            <a:r>
              <a:t>Kazanımlar öğrencinin teslim sırasında göstereceği gözlenebilir davranışlar olarak yazılmıştır. Bunlar öğrencilerin şimdiden kazandığı beceriler değildir.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aşama ayrı Activity ile ekranlar arası iletişimi pekiştirir. Okunur veri anlık kopya olarak Intent extras ile geçer. Ayrıntıda düzenleme ve geri sonuç gönderme zorunlu değildir. ViewModel aşamasında iki Activity aynı Activity-scoped ViewModel örneğini paylaşmaz.</a:t>
            </a:r>
          </a:p>
          <a:p xmlns:a="http://schemas.openxmlformats.org/drawingml/2006/main">
            <a:r>
              <a:t>Asgari teslim: çalışan proje, üç kontrolün sonucu ve kişisel katkı açıklamaları. Dosyalar: NotDetayActivity.kt, activity_not_detay.xml, MainActivity.kt, adapter ve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Öğretmen için kısa açıklama: Ders demosunda paylaşım menüsünü açıp iptal etmek yeterlidir. Gerçek bir kişiye ileti gönderilmesi gerekmez. Explicit Intent uygulama içindeki belirli ayrıntı Activity’sini, implicit Intent paylaşım eylemini hedefler.</a:t>
            </a:r>
          </a:p>
          <a:p xmlns:a="http://schemas.openxmlformats.org/drawingml/2006/main">
            <a:r>
              <a:t/>
            </a:r>
          </a:p>
          <a:p xmlns:a="http://schemas.openxmlformats.org/drawingml/2006/main">
            <a:r>
              <a:t>Teknik kaynaklar:</a:t>
            </a:r>
          </a:p>
          <a:p xmlns:a="http://schemas.openxmlformats.org/drawingml/2006/main">
            <a:r>
              <a:t>https://developer.android.com/guide/components/intents-filters</a:t>
            </a:r>
          </a:p>
          <a:p xmlns:a="http://schemas.openxmlformats.org/drawingml/2006/main">
            <a:r>
              <a:t>https://developer.android.com/develop/ui/compose/sharing/send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https://developer.android.com/develop/ui/compose/sharing/send</a:t>
            </a:r>
          </a:p>
          <a:p xmlns:a="http://schemas.openxmlformats.org/drawingml/2006/main">
            <a:r>
              <a:t>Platform Intent mekanizması XML/Activity uygulamasında da kullanılabilir. Etkinlik gerçek kişiye mesaj göndermeyi gerektirmez. Öğretmen text/plain ve chooser örneğini önceden gösterir. Az kod içeren bu grubun tesliminde Intent farkını açıklama ve yanlış kayıt kontrolü özellikle değerlendirilir.</a:t>
            </a:r>
          </a:p>
          <a:p xmlns:a="http://schemas.openxmlformats.org/drawingml/2006/main">
            <a:r>
              <a:t>Etkilenen dosyalar: MainActivity.kt veya NotDetayActivity.kt ve ilgili XML</a:t>
            </a:r>
          </a:p>
          <a:p xmlns:a="http://schemas.openxmlformats.org/drawingml/2006/main">
            <a:r>
              <a:t/>
            </a:r>
          </a:p>
          <a:p xmlns:a="http://schemas.openxmlformats.org/drawingml/2006/main">
            <a:r>
              <a:t>Kısa kavram notları:</a:t>
            </a:r>
          </a:p>
          <a:p xmlns:a="http://schemas.openxmlformats.org/drawingml/2006/main">
            <a:r>
              <a:t>Implicit Intent: Yapılacak işi belirtir, belirli bir uygulamanın adını vermez. ACTION_SEND, paylaşım isteğini tanımlar.</a:t>
            </a:r>
          </a:p>
          <a:p xmlns:a="http://schemas.openxmlformats.org/drawingml/2006/main">
            <a:r>
              <a:t>MIME türü ve EXTRA_TEXT: text/plain, içeriğin düz metin olduğunu bildirir. EXTRA_TEXT, gönderilecek başlık ve not metnini taşır.</a:t>
            </a:r>
          </a:p>
          <a:p xmlns:a="http://schemas.openxmlformats.org/drawingml/2006/main">
            <a:r>
              <a:t>Chooser: Intent.createChooser, uygun paylaşım seçeneklerini gösterir. Kullanıcı uygulamayı seçer veya menüyü iptal eder.</a:t>
            </a:r>
          </a:p>
          <a:p xmlns:a="http://schemas.openxmlformats.org/drawingml/2006/main">
            <a:r>
              <a:t>Ders demosunda paylaşım menüsünü açıp iptal etmek yeterlidir. Gerçek bir kişiye ileti gönderilmesi gerekmez. Explicit Intent uygulama içindeki belirli ayrıntı Activity’sini, implicit Intent paylaşım eylemini hedefler.</a:t>
            </a:r>
          </a:p>
          <a:p xmlns:a="http://schemas.openxmlformats.org/drawingml/2006/main">
            <a:r>
              <a:t>Kaynaklar:</a:t>
            </a:r>
          </a:p>
          <a:p xmlns:a="http://schemas.openxmlformats.org/drawingml/2006/main">
            <a:r>
              <a:t>https://developer.android.com/guide/components/intents-filters</a:t>
            </a:r>
          </a:p>
          <a:p xmlns:a="http://schemas.openxmlformats.org/drawingml/2006/main">
            <a:r>
              <a:t>https://developer.android.com/develop/ui/compose/sharing/send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görseller eğitim amacıyla oluşturulan yerel Android XML arayüz prototipinin Pixel 6 Android 16 emülatöründe alınmış ekran görüntüleridir. Önceki çalışan not defterinin devamında hedeflenen arayüzü gösterir. Tamamlanmış altı yeni proje veya test edilmiş ViewModel/Fragment uygulaması olarak sunulmaz. Grup 5’in yatay ve dikey görüntüleri hedef veri koruma davranışını açıklamak içindir. Grup 6’daki Fragment adları hedef mimariyi belirtir. Bu prototipin kendisi Activity tabanlı statik bir görsel araçtır. Kaynak ekranlar: D:/Codex/NotDefteriGrupSunumu/build/hedef-ekranlar.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https://developer.android.com/develop/ui/compose/sharing/send</a:t>
            </a:r>
          </a:p>
          <a:p xmlns:a="http://schemas.openxmlformats.org/drawingml/2006/main">
            <a:r>
              <a:t>Platform Intent mekanizması XML/Activity uygulamasında da kullanılabilir. Etkinlik gerçek kişiye mesaj göndermeyi gerektirmez. Öğretmen text/plain ve chooser örneğini önceden gösterir. Az kod içeren bu grubun tesliminde Intent farkını açıklama ve yanlış kayıt kontrolü özellikle değerlendirilir.</a:t>
            </a:r>
          </a:p>
          <a:p xmlns:a="http://schemas.openxmlformats.org/drawingml/2006/main">
            <a:r>
              <a:t>Kazanımlar öğrencinin teslim sırasında göstereceği gözlenebilir davranışlar olarak yazılmıştır. Bunlar öğrencilerin şimdiden kazandığı beceriler değildir.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https://developer.android.com/develop/ui/compose/sharing/send</a:t>
            </a:r>
          </a:p>
          <a:p xmlns:a="http://schemas.openxmlformats.org/drawingml/2006/main">
            <a:r>
              <a:t>Platform Intent mekanizması XML/Activity uygulamasında da kullanılabilir. Etkinlik gerçek kişiye mesaj göndermeyi gerektirmez. Öğretmen text/plain ve chooser örneğini önceden gösterir. Az kod içeren bu grubun tesliminde Intent farkını açıklama ve yanlış kayıt kontrolü özellikle değerlendirilir.</a:t>
            </a:r>
          </a:p>
          <a:p xmlns:a="http://schemas.openxmlformats.org/drawingml/2006/main">
            <a:r>
              <a:t>Asgari teslim: çalışan proje, üç kontrolün sonucu ve kişisel katkı açıklamaları. Dosyalar: MainActivity.kt veya NotDetayActivity.kt ve ilgili 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Öğretmen için kısa açıklama: Öğretmen ViewModelProvider veya by viewModels örneğini iskelette sağlar. Öğrenci her onCreate çağrısında yeni NotDefteri oluşturmamalıdır. ViewModel ekran döndürmede korunur, ancak Activity gerçekten bitirildiğinde aynı kapsam sona erer. Ayrı iki Activity otomatik olarak aynı ViewModel örneğini paylaşmaz. SavedStateHandle ve kalıcı depolama ayrı konulardır.</a:t>
            </a:r>
          </a:p>
          <a:p xmlns:a="http://schemas.openxmlformats.org/drawingml/2006/main">
            <a:r>
              <a:t/>
            </a:r>
          </a:p>
          <a:p xmlns:a="http://schemas.openxmlformats.org/drawingml/2006/main">
            <a:r>
              <a:t>Teknik kaynaklar:</a:t>
            </a:r>
          </a:p>
          <a:p xmlns:a="http://schemas.openxmlformats.org/drawingml/2006/main">
            <a:r>
              <a:t>https://developer.android.com/topic/libraries/architecture/viewmodel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https://developer.android.com/topic/libraries/architecture/viewmodel</a:t>
            </a:r>
          </a:p>
          <a:p xmlns:a="http://schemas.openxmlformats.org/drawingml/2006/main">
            <a:r>
              <a:t>Mevcut örnekler android.app.Activity kullanıyor. Jetpack ViewModel için öğretmen AppCompatActivity veya ComponentActivity geçişini ve bağımlılıkları sağlar. Activity-scoped ViewModel ayrı NotDetayActivity ile otomatik paylaşılmaz. Bu görev liste Activity’sindeki not verisini korur. Arama, düzenleme taslağı ve filtre durumu ek görevdir. ViewModel süreç ölümü veya uygulama yeniden başlatması için kalıcı saklama sağlamaz.</a:t>
            </a:r>
          </a:p>
          <a:p xmlns:a="http://schemas.openxmlformats.org/drawingml/2006/main">
            <a:r>
              <a:t>Etkilenen dosyalar: NotlarViewModel.kt, MainActivity.kt ve app/build.gradle.kts</a:t>
            </a:r>
          </a:p>
          <a:p xmlns:a="http://schemas.openxmlformats.org/drawingml/2006/main">
            <a:r>
              <a:t/>
            </a:r>
          </a:p>
          <a:p xmlns:a="http://schemas.openxmlformats.org/drawingml/2006/main">
            <a:r>
              <a:t>Kısa kavram notları:</a:t>
            </a:r>
          </a:p>
          <a:p xmlns:a="http://schemas.openxmlformats.org/drawingml/2006/main">
            <a:r>
              <a:t>ViewModel: Ekrana ait veriyi ve ilgili işlemleri tutar. Bu projede NotDefteri nesnesinin sahibi olur.</a:t>
            </a:r>
          </a:p>
          <a:p xmlns:a="http://schemas.openxmlformats.org/drawingml/2006/main">
            <a:r>
              <a:t>Ekran döndürme: Activity yeniden oluşturulur. ViewModel korunur ve yeni Activity mevcut notları tekrar gösterir.</a:t>
            </a:r>
          </a:p>
          <a:p xmlns:a="http://schemas.openxmlformats.org/drawingml/2006/main">
            <a:r>
              <a:t>Ömrü ve sınırı: ViewModel bellektedir. Kapsamı bittiğinde temizlenir. Süreç sonlandırıldıktan sonra tek başına veriyi geri getirmez.</a:t>
            </a:r>
          </a:p>
          <a:p xmlns:a="http://schemas.openxmlformats.org/drawingml/2006/main">
            <a:r>
              <a:t>Arayüz bağlantısı: ViewModel, ekranın binding’ini saklamaz. Activity kendi görünümlerini ve tıklama olaylarını yönetir.</a:t>
            </a:r>
          </a:p>
          <a:p xmlns:a="http://schemas.openxmlformats.org/drawingml/2006/main">
            <a:r>
              <a:t>Öğretmen ViewModelProvider veya by viewModels örneğini iskelette sağlar. Öğrenci her onCreate çağrısında yeni NotDefteri oluşturmamalıdır. ViewModel ekran döndürmede korunur, ancak Activity gerçekten bitirildiğinde aynı kapsam sona erer. Ayrı iki Activity otomatik olarak aynı ViewModel örneğini paylaşmaz. SavedStateHandle ve kalıcı depolama ayrı konulardır.</a:t>
            </a:r>
          </a:p>
          <a:p xmlns:a="http://schemas.openxmlformats.org/drawingml/2006/main">
            <a:r>
              <a:t>Kaynaklar:</a:t>
            </a:r>
          </a:p>
          <a:p xmlns:a="http://schemas.openxmlformats.org/drawingml/2006/main">
            <a:r>
              <a:t>https://developer.android.com/topic/libraries/architecture/viewmodel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görseller eğitim amacıyla oluşturulan yerel Android XML arayüz prototipinin Pixel 6 Android 16 emülatöründe alınmış ekran görüntüleridir. Önceki çalışan not defterinin devamında hedeflenen arayüzü gösterir. Tamamlanmış altı yeni proje veya test edilmiş ViewModel/Fragment uygulaması olarak sunulmaz. Grup 5’in yatay ve dikey görüntüleri hedef veri koruma davranışını açıklamak içindir. Grup 6’daki Fragment adları hedef mimariyi belirtir. Bu prototipin kendisi Activity tabanlı statik bir görsel araçtır. Kaynak ekranlar: D:/Codex/NotDefteriGrupSunumu/build/hedef-ekranlar.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https://developer.android.com/topic/libraries/architecture/viewmodel</a:t>
            </a:r>
          </a:p>
          <a:p xmlns:a="http://schemas.openxmlformats.org/drawingml/2006/main">
            <a:r>
              <a:t>Mevcut örnekler android.app.Activity kullanıyor. Jetpack ViewModel için öğretmen AppCompatActivity veya ComponentActivity geçişini ve bağımlılıkları sağlar. Activity-scoped ViewModel ayrı NotDetayActivity ile otomatik paylaşılmaz. Bu görev liste Activity’sindeki not verisini korur. Arama, düzenleme taslağı ve filtre durumu ek görevdir. ViewModel süreç ölümü veya uygulama yeniden başlatması için kalıcı saklama sağlamaz.</a:t>
            </a:r>
          </a:p>
          <a:p xmlns:a="http://schemas.openxmlformats.org/drawingml/2006/main">
            <a:r>
              <a:t>Kazanımlar öğrencinin teslim sırasında göstereceği gözlenebilir davranışlar olarak yazılmıştır. Bunlar öğrencilerin şimdiden kazandığı beceriler değildir.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 https://developer.android.com/topic/libraries/architecture/viewmodel</a:t>
            </a:r>
          </a:p>
          <a:p xmlns:a="http://schemas.openxmlformats.org/drawingml/2006/main">
            <a:r>
              <a:t>Mevcut örnekler android.app.Activity kullanıyor. Jetpack ViewModel için öğretmen AppCompatActivity veya ComponentActivity geçişini ve bağımlılıkları sağlar. Activity-scoped ViewModel ayrı NotDetayActivity ile otomatik paylaşılmaz. Bu görev liste Activity’sindeki not verisini korur. Arama, düzenleme taslağı ve filtre durumu ek görevdir. ViewModel süreç ölümü veya uygulama yeniden başlatması için kalıcı saklama sağlamaz.</a:t>
            </a:r>
          </a:p>
          <a:p xmlns:a="http://schemas.openxmlformats.org/drawingml/2006/main">
            <a:r>
              <a:t>Asgari teslim: çalışan proje, üç kontrolün sonucu ve kişisel katkı açıklamaları. Dosyalar: NotlarViewModel.kt, MainActivity.kt ve app/build.gradle.kts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Öğretmen için kısa açıklama: Activity kapsayıcıdır. Fragment’lar kendi ekran görünümlerini yönetir. Activity kapsamlı ViewModel için aynı Activity sahibine bağlanılır. ViewBinding örneğinde _binding = null, onDestroyView içinde yapılır. Fragment nesnesi ile onun görünümü farklı yaşam döngülerine sahiptir. Öğretmen FragmentManager ve addToBackStack örneğini önceden gösterir.</a:t>
            </a:r>
          </a:p>
          <a:p xmlns:a="http://schemas.openxmlformats.org/drawingml/2006/main">
            <a:r>
              <a:t/>
            </a:r>
          </a:p>
          <a:p xmlns:a="http://schemas.openxmlformats.org/drawingml/2006/main">
            <a:r>
              <a:t>Teknik kaynaklar:</a:t>
            </a:r>
          </a:p>
          <a:p xmlns:a="http://schemas.openxmlformats.org/drawingml/2006/main">
            <a:r>
              <a:t>https://developer.android.com/guide/fragments</a:t>
            </a:r>
          </a:p>
          <a:p xmlns:a="http://schemas.openxmlformats.org/drawingml/2006/main">
            <a:r>
              <a:t>https://developer.android.com/guide/fragments/communicate</a:t>
            </a:r>
          </a:p>
          <a:p xmlns:a="http://schemas.openxmlformats.org/drawingml/2006/main">
            <a:r>
              <a:t>https://developer.android.com/topic/libraries/view-binding#fragments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Kaynaklar: https://developer.android.com/guide/fragments/communicate ve https://developer.android.com/topic/libraries/view-binding#fragments</a:t>
            </a:r>
          </a:p>
          <a:p xmlns:a="http://schemas.openxmlformats.org/drawingml/2006/main">
            <a:r>
              <a:t>Grup 5 sunumu ve öğretmenin Fragment ön anlatımı bu görevden önce gelir. Öğretmen iki Fragment iskeletini, ortak ViewModel erişimini, XML container’ı ve tek bir navigation yöntemini sağlar. İlk Fragment yalnız savedInstanceState == null olduğunda eklenir. Activity kapsamlı ortak ViewModel ile ayrı Activity’deki ViewModel farkını açıklayın. Bu aşama önceki iki Activity çözümünü tek Activity içinde yeniden düzenler.</a:t>
            </a:r>
          </a:p>
          <a:p xmlns:a="http://schemas.openxmlformats.org/drawingml/2006/main">
            <a:r>
              <a:t>Etkilenen dosyalar: MainActivity.kt, ListeFragment.kt, DetayFragment.kt, NotlarViewModel.kt ve XML’ler</a:t>
            </a:r>
          </a:p>
          <a:p xmlns:a="http://schemas.openxmlformats.org/drawingml/2006/main">
            <a:r>
              <a:t/>
            </a:r>
          </a:p>
          <a:p xmlns:a="http://schemas.openxmlformats.org/drawingml/2006/main">
            <a:r>
              <a:t>Kısa kavram notları:</a:t>
            </a:r>
          </a:p>
          <a:p xmlns:a="http://schemas.openxmlformats.org/drawingml/2006/main">
            <a:r>
              <a:t>Fragment: Activity içinde çalışan, kendi XML’i ve yaşam döngüsü olan arayüz parçasıdır. Liste ve ayrıntı ayrı parçalara bölünür.</a:t>
            </a:r>
          </a:p>
          <a:p xmlns:a="http://schemas.openxmlformats.org/drawingml/2006/main">
            <a:r>
              <a:t>Ortak ViewModel: İki Fragment aynı Activity kapsamındaki ViewModel’den not listesine ve seçilen not kimliğine erişir.</a:t>
            </a:r>
          </a:p>
          <a:p xmlns:a="http://schemas.openxmlformats.org/drawingml/2006/main">
            <a:r>
              <a:t>Geri yığını: Önceki geçişi geri almayı sağlar. Ayrıntıda Geri’ye basınca liste görünümüne dönülür.</a:t>
            </a:r>
          </a:p>
          <a:p xmlns:a="http://schemas.openxmlformats.org/drawingml/2006/main">
            <a:r>
              <a:t>ViewBinding temizliği: onDestroyView içinde binding referansı bırakılır. Yeni görünüm oluşturulunca binding yeniden kurulur.</a:t>
            </a:r>
          </a:p>
          <a:p xmlns:a="http://schemas.openxmlformats.org/drawingml/2006/main">
            <a:r>
              <a:t>Activity kapsayıcıdır. Fragment’lar kendi ekran görünümlerini yönetir. Activity kapsamlı ViewModel için aynı Activity sahibine bağlanılır. ViewBinding örneğinde _binding = null, onDestroyView içinde yapılır. Fragment nesnesi ile onun görünümü farklı yaşam döngülerine sahiptir. Öğretmen FragmentManager ve addToBackStack örneğini önceden gösterir.</a:t>
            </a:r>
          </a:p>
          <a:p xmlns:a="http://schemas.openxmlformats.org/drawingml/2006/main">
            <a:r>
              <a:t>Kaynaklar:</a:t>
            </a:r>
          </a:p>
          <a:p xmlns:a="http://schemas.openxmlformats.org/drawingml/2006/main">
            <a:r>
              <a:t>https://developer.android.com/guide/fragments</a:t>
            </a:r>
          </a:p>
          <a:p xmlns:a="http://schemas.openxmlformats.org/drawingml/2006/main">
            <a:r>
              <a:t>https://developer.android.com/guide/fragments/communicate</a:t>
            </a:r>
          </a:p>
          <a:p xmlns:a="http://schemas.openxmlformats.org/drawingml/2006/main">
            <a:r>
              <a:t>https://developer.android.com/topic/libraries/view-binding#fragments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görseller eğitim amacıyla oluşturulan yerel Android XML arayüz prototipinin Pixel 6 Android 16 emülatöründe alınmış ekran görüntüleridir. Önceki çalışan not defterinin devamında hedeflenen arayüzü gösterir. Tamamlanmış altı yeni proje veya test edilmiş ViewModel/Fragment uygulaması olarak sunulmaz. Grup 5’in yatay ve dikey görüntüleri hedef veri koruma davranışını açıklamak içindir. Grup 6’daki Fragment adları hedef mimariyi belirtir. Bu prototipin kendisi Activity tabanlı statik bir görsel araçtır. Kaynak ekranlar: D:/Codex/NotDefteriGrupSunumu/build/hedef-ekranlar.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Kaynaklar: https://developer.android.com/guide/fragments/communicate ve https://developer.android.com/topic/libraries/view-binding#fragments</a:t>
            </a:r>
          </a:p>
          <a:p xmlns:a="http://schemas.openxmlformats.org/drawingml/2006/main">
            <a:r>
              <a:t>Grup 5 sunumu ve öğretmenin Fragment ön anlatımı bu görevden önce gelir. Öğretmen iki Fragment iskeletini, ortak ViewModel erişimini, XML container’ı ve tek bir navigation yöntemini sağlar. İlk Fragment yalnız savedInstanceState == null olduğunda eklenir. Activity kapsamlı ortak ViewModel ile ayrı Activity’deki ViewModel farkını açıklayın. Bu aşama önceki iki Activity çözümünü tek Activity içinde yeniden düzenler.</a:t>
            </a:r>
          </a:p>
          <a:p xmlns:a="http://schemas.openxmlformats.org/drawingml/2006/main">
            <a:r>
              <a:t>Kazanımlar öğrencinin teslim sırasında göstereceği gözlenebilir davranışlar olarak yazılmıştır. Bunlar öğrencilerin şimdiden kazandığı beceriler değildir.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Kaynaklar: https://developer.android.com/guide/fragments/communicate ve https://developer.android.com/topic/libraries/view-binding#fragments</a:t>
            </a:r>
          </a:p>
          <a:p xmlns:a="http://schemas.openxmlformats.org/drawingml/2006/main">
            <a:r>
              <a:t>Grup 5 sunumu ve öğretmenin Fragment ön anlatımı bu görevden önce gelir. Öğretmen iki Fragment iskeletini, ortak ViewModel erişimini, XML container’ı ve tek bir navigation yöntemini sağlar. İlk Fragment yalnız savedInstanceState == null olduğunda eklenir. Activity kapsamlı ortak ViewModel ile ayrı Activity’deki ViewModel farkını açıklayın. Bu aşama önceki iki Activity çözümünü tek Activity içinde yeniden düzenler.</a:t>
            </a:r>
          </a:p>
          <a:p xmlns:a="http://schemas.openxmlformats.org/drawingml/2006/main">
            <a:r>
              <a:t>Asgari teslim: çalışan proje, üç kontrolün sonucu ve kişisel katkı açıklamaları. Dosyalar: MainActivity.kt, ListeFragment.kt, DetayFragment.kt, NotlarViewModel.kt ve XML’ler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Birleştirme her grubun bağımsız demosu tamamlandıktan sonra öğretmen rehberliğinde yapılır. Model alan adları ve varsayılanlar önceden aynı tutulur. Ayrı Activity’ler aynı Activity-scoped ViewModel’i paylaşmaz. Son aşama ekran düzenini tek Activity içinde iki Fragment olarak yeniden kurar. Her birleşimde eski altı özelliğin kontrolleri tekrar yapılır.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Grup dört kişidir. Roller çalışma boyunca değişir. Sunumda her öğrenci konuşur. Etkinlik diyagramında olay, gerekli kararlar, hata ve başarı sonucu gösterilir. Hazır iskelet ile öğrencinin eklediği bölüm teslimde ayrı belirtilir. Grup 5 ve 6’da iskelet sağlanması değerlendirme puanını azaltmaz.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Toplam 100 puan bir öğretmen önerisidir. 30+20+10 grup puanı, 30+10 bireysel puandır. Grup 4’ün daha az kod üretmesi puan dezavantajı oluşturmaz. Grup 5 ve 6 için öğretmen desteği açıkça kayıt edilir. Süre ve hafta sınıfın ilerleyişine göre belirlenir.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https://developer.android.com/topic/libraries/architecture/viewmodel</a:t>
            </a:r>
          </a:p>
          <a:p xmlns:a="http://schemas.openxmlformats.org/drawingml/2006/main">
            <a:r>
              <a:t>https://developer.android.com/guide/fragments/communicate</a:t>
            </a:r>
          </a:p>
          <a:p xmlns:a="http://schemas.openxmlformats.org/drawingml/2006/main">
            <a:r>
              <a:t>https://developer.android.com/topic/libraries/view-binding</a:t>
            </a:r>
          </a:p>
          <a:p xmlns:a="http://schemas.openxmlformats.org/drawingml/2006/main">
            <a:r>
              <a:t>https://developer.android.com/develop/ui/compose/sharing/send</a:t>
            </a:r>
          </a:p>
          <a:p xmlns:a="http://schemas.openxmlformats.org/drawingml/2006/main">
            <a:r>
              <a:t>Başlangıç kaynakları: D:/Codex/NotDefteriOrnekleri ve D:/fikir_1/docs/OGRETIM_YONTEMI.md. Bu sunum görev planını içerir. Yeni aşamalara ait uygulama kodları ayrı çalışma konusudur.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da14efcf30487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664930f686f46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f7af8f7a509412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239f0e7631141a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651370ba9844ca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f7570d1026d41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A24CF1-FA88-454D-95DD-AC6FDD107A0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857F86A-631B-4F08-84A2-5ACC07DBF04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E884F9A-8994-435F-A183-157F99252F9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8C3889-7DF0-49BB-809B-8862642C06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0E4F152-41E1-4FD0-85AB-763726D5B10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977282B-0B34-4BDC-9F2E-092E3FFAC8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3BCD12-D372-46F5-B95B-74388999B18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4304001-C893-4555-B3B1-8E3EBF10E99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6D77BA-A6DD-49DE-AB74-975916AE660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0D8C14-4F1F-4FFB-9FEE-99131CF1297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b53634acf34aef" /><Relationship Type="http://schemas.openxmlformats.org/officeDocument/2006/relationships/slideLayout" Target="/ppt/slideLayouts/slideLayout1.xml" Id="R8f25d8d6d1444117" /><Relationship Type="http://schemas.openxmlformats.org/officeDocument/2006/relationships/slideLayout" Target="/ppt/slideLayouts/slideLayout2.xml" Id="R2fddfa923dcd45a2" /><Relationship Type="http://schemas.openxmlformats.org/officeDocument/2006/relationships/slideLayout" Target="/ppt/slideLayouts/slideLayout3.xml" Id="R46c0379d86554f99" /><Relationship Type="http://schemas.openxmlformats.org/officeDocument/2006/relationships/slideLayout" Target="/ppt/slideLayouts/slideLayout4.xml" Id="R02a51c9e14484435" /><Relationship Type="http://schemas.openxmlformats.org/officeDocument/2006/relationships/slideLayout" Target="/ppt/slideLayouts/slideLayout5.xml" Id="Rc31fa6f9abd34577" /><Relationship Type="http://schemas.openxmlformats.org/officeDocument/2006/relationships/slideLayout" Target="/ppt/slideLayouts/slideLayout6.xml" Id="R0d9dc4541a324c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25d8d6d1444117"/>
    <p:sldLayoutId xmlns:r="http://schemas.openxmlformats.org/officeDocument/2006/relationships" id="2147483650" r:id="R2fddfa923dcd45a2"/>
    <p:sldLayoutId xmlns:r="http://schemas.openxmlformats.org/officeDocument/2006/relationships" id="2147483651" r:id="R46c0379d86554f99"/>
    <p:sldLayoutId xmlns:r="http://schemas.openxmlformats.org/officeDocument/2006/relationships" id="2147483652" r:id="R02a51c9e14484435"/>
    <p:sldLayoutId xmlns:r="http://schemas.openxmlformats.org/officeDocument/2006/relationships" id="2147483653" r:id="Rc31fa6f9abd34577"/>
    <p:sldLayoutId xmlns:r="http://schemas.openxmlformats.org/officeDocument/2006/relationships" id="2147483654" r:id="R0d9dc4541a324c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1ce09b881704751" /><Relationship Type="http://schemas.openxmlformats.org/officeDocument/2006/relationships/image" Target="/ppt/media/image.png" Id="R77a2053a666d4456" /><Relationship Type="http://schemas.openxmlformats.org/officeDocument/2006/relationships/notesSlide" Target="/ppt/notesSlides/notesSlide1.xml" Id="R4efb82fcc85846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5b13ef78cac4cce" /><Relationship Type="http://schemas.openxmlformats.org/officeDocument/2006/relationships/notesSlide" Target="/ppt/notesSlides/notesSlide2.xml" Id="Rcf55c5a251194b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83656821614451f" /><Relationship Type="http://schemas.openxmlformats.org/officeDocument/2006/relationships/notesSlide" Target="/ppt/notesSlides/notesSlide3.xml" Id="R5b1803c19bc246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1793138547d4c4d" /><Relationship Type="http://schemas.openxmlformats.org/officeDocument/2006/relationships/notesSlide" Target="/ppt/notesSlides/notesSlide4.xml" Id="R6377267c48f345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ab3d81243214925" /><Relationship Type="http://schemas.openxmlformats.org/officeDocument/2006/relationships/notesSlide" Target="/ppt/notesSlides/notesSlide5.xml" Id="R3fe50412eee547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839e56928694b41" /><Relationship Type="http://schemas.openxmlformats.org/officeDocument/2006/relationships/notesSlide" Target="/ppt/notesSlides/notesSlide6.xml" Id="R4ec116fbdbb94d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38327c46b6b43b3" /><Relationship Type="http://schemas.openxmlformats.org/officeDocument/2006/relationships/image" Target="/ppt/media/image2.png" Id="R2fd673bc8a9e4b05" /><Relationship Type="http://schemas.openxmlformats.org/officeDocument/2006/relationships/notesSlide" Target="/ppt/notesSlides/notesSlide7.xml" Id="Rd847949d02744a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6fbe3dcc97d4639" /><Relationship Type="http://schemas.openxmlformats.org/officeDocument/2006/relationships/notesSlide" Target="/ppt/notesSlides/notesSlide8.xml" Id="R1e8c76d656e0479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1af796e2d634efb" /><Relationship Type="http://schemas.openxmlformats.org/officeDocument/2006/relationships/notesSlide" Target="/ppt/notesSlides/notesSlide9.xml" Id="Rc9ac0159dbd04cc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dc650f1940a4e9c" /><Relationship Type="http://schemas.openxmlformats.org/officeDocument/2006/relationships/notesSlide" Target="/ppt/notesSlides/notesSlide10.xml" Id="R1d8ed8ea025546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6913c9ed22945dd" /><Relationship Type="http://schemas.openxmlformats.org/officeDocument/2006/relationships/notesSlide" Target="/ppt/notesSlides/notesSlide11.xml" Id="R4071de190136463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9994ee66dd94fa9" /><Relationship Type="http://schemas.openxmlformats.org/officeDocument/2006/relationships/image" Target="/ppt/media/image3.png" Id="Rbd27b4d1d4a046e3" /><Relationship Type="http://schemas.openxmlformats.org/officeDocument/2006/relationships/notesSlide" Target="/ppt/notesSlides/notesSlide12.xml" Id="R8aa20e784b9a49a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7e363757a5648b2" /><Relationship Type="http://schemas.openxmlformats.org/officeDocument/2006/relationships/notesSlide" Target="/ppt/notesSlides/notesSlide13.xml" Id="Rf40d840511f746b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4c4bd8ba9d94219" /><Relationship Type="http://schemas.openxmlformats.org/officeDocument/2006/relationships/notesSlide" Target="/ppt/notesSlides/notesSlide14.xml" Id="R40538ecb772a481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2ea9b4e0d6a42c9" /><Relationship Type="http://schemas.openxmlformats.org/officeDocument/2006/relationships/notesSlide" Target="/ppt/notesSlides/notesSlide15.xml" Id="Rd1779e462c50468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71dd30f8e304913" /><Relationship Type="http://schemas.openxmlformats.org/officeDocument/2006/relationships/notesSlide" Target="/ppt/notesSlides/notesSlide16.xml" Id="Rafcc597c95eb4a2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038c4ad10014866" /><Relationship Type="http://schemas.openxmlformats.org/officeDocument/2006/relationships/image" Target="/ppt/media/image4.png" Id="R340c7af339cd4ec0" /><Relationship Type="http://schemas.openxmlformats.org/officeDocument/2006/relationships/notesSlide" Target="/ppt/notesSlides/notesSlide17.xml" Id="R6d3c902bebd24a9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25fca8c7b1446f7" /><Relationship Type="http://schemas.openxmlformats.org/officeDocument/2006/relationships/notesSlide" Target="/ppt/notesSlides/notesSlide18.xml" Id="Ra57161430cdf45d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639294a0e1a470b" /><Relationship Type="http://schemas.openxmlformats.org/officeDocument/2006/relationships/notesSlide" Target="/ppt/notesSlides/notesSlide19.xml" Id="Rc6fc34c9f3f548c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3ad434fb68441e3" /><Relationship Type="http://schemas.openxmlformats.org/officeDocument/2006/relationships/notesSlide" Target="/ppt/notesSlides/notesSlide20.xml" Id="R341095b5db614a1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76e8286f4ed42cb" /><Relationship Type="http://schemas.openxmlformats.org/officeDocument/2006/relationships/notesSlide" Target="/ppt/notesSlides/notesSlide21.xml" Id="Re34e428e02cb463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907921e16d64650" /><Relationship Type="http://schemas.openxmlformats.org/officeDocument/2006/relationships/image" Target="/ppt/media/image5.png" Id="R5358146e6e874226" /><Relationship Type="http://schemas.openxmlformats.org/officeDocument/2006/relationships/image" Target="/ppt/media/image6.png" Id="R7b127964c3e24415" /><Relationship Type="http://schemas.openxmlformats.org/officeDocument/2006/relationships/notesSlide" Target="/ppt/notesSlides/notesSlide22.xml" Id="R15bb71a0c91d46d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527564f5a8d4e89" /><Relationship Type="http://schemas.openxmlformats.org/officeDocument/2006/relationships/notesSlide" Target="/ppt/notesSlides/notesSlide23.xml" Id="R69bb26d86c96481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0d8fcc8a41f4f44" /><Relationship Type="http://schemas.openxmlformats.org/officeDocument/2006/relationships/notesSlide" Target="/ppt/notesSlides/notesSlide24.xml" Id="Ref7d6f8e4e3e4a3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5382efc6d2a45e4" /><Relationship Type="http://schemas.openxmlformats.org/officeDocument/2006/relationships/notesSlide" Target="/ppt/notesSlides/notesSlide25.xml" Id="Ra82141dde56b4c4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061289823e24edc" /><Relationship Type="http://schemas.openxmlformats.org/officeDocument/2006/relationships/notesSlide" Target="/ppt/notesSlides/notesSlide26.xml" Id="R430ae352b31442c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8bc70c92e9f49ff" /><Relationship Type="http://schemas.openxmlformats.org/officeDocument/2006/relationships/image" Target="/ppt/media/image7.png" Id="R5a3b31dc4d2b468b" /><Relationship Type="http://schemas.openxmlformats.org/officeDocument/2006/relationships/image" Target="/ppt/media/image8.png" Id="R693cac6820394762" /><Relationship Type="http://schemas.openxmlformats.org/officeDocument/2006/relationships/notesSlide" Target="/ppt/notesSlides/notesSlide27.xml" Id="R03450df9bca749a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c4b3a914c8794d15" /><Relationship Type="http://schemas.openxmlformats.org/officeDocument/2006/relationships/notesSlide" Target="/ppt/notesSlides/notesSlide28.xml" Id="Rc0296904b9fb48e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ed5233bf09e44e4" /><Relationship Type="http://schemas.openxmlformats.org/officeDocument/2006/relationships/notesSlide" Target="/ppt/notesSlides/notesSlide29.xml" Id="Rd3a02edca8334cd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42e0b86866340f2" /><Relationship Type="http://schemas.openxmlformats.org/officeDocument/2006/relationships/notesSlide" Target="/ppt/notesSlides/notesSlide30.xml" Id="Rc2e4a2f541d941d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04470586cb6467b" /><Relationship Type="http://schemas.openxmlformats.org/officeDocument/2006/relationships/notesSlide" Target="/ppt/notesSlides/notesSlide31.xml" Id="R76093c59b8d640b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1101aa7962854942" /><Relationship Type="http://schemas.openxmlformats.org/officeDocument/2006/relationships/image" Target="/ppt/media/image9.png" Id="R59338be7e1b243e4" /><Relationship Type="http://schemas.openxmlformats.org/officeDocument/2006/relationships/image" Target="/ppt/media/image10.png" Id="R7e7a2f20b0144efa" /><Relationship Type="http://schemas.openxmlformats.org/officeDocument/2006/relationships/notesSlide" Target="/ppt/notesSlides/notesSlide32.xml" Id="R9cf387a1e6d3402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19593e58b2ec4c10" /><Relationship Type="http://schemas.openxmlformats.org/officeDocument/2006/relationships/notesSlide" Target="/ppt/notesSlides/notesSlide33.xml" Id="R5871bdbd70ef4b4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bf5b2721ad834886" /><Relationship Type="http://schemas.openxmlformats.org/officeDocument/2006/relationships/notesSlide" Target="/ppt/notesSlides/notesSlide34.xml" Id="R988cec1d5232480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a1342cac560d41e0" /><Relationship Type="http://schemas.openxmlformats.org/officeDocument/2006/relationships/notesSlide" Target="/ppt/notesSlides/notesSlide35.xml" Id="Raa5410ef5f27488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8b84e41404ba4af5" /><Relationship Type="http://schemas.openxmlformats.org/officeDocument/2006/relationships/notesSlide" Target="/ppt/notesSlides/notesSlide36.xml" Id="Rd739cf877c06466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48656beef7104df6" /><Relationship Type="http://schemas.openxmlformats.org/officeDocument/2006/relationships/notesSlide" Target="/ppt/notesSlides/notesSlide37.xml" Id="R81bbd85f969b44c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400b4ebf0cca45ab" /><Relationship Type="http://schemas.openxmlformats.org/officeDocument/2006/relationships/notesSlide" Target="/ppt/notesSlides/notesSlide38.xml" Id="R179c4cbfb5ab41ef" /></Relationships>
</file>

<file path=ppt/slides/slide1.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8" name="ALTI GRUP İÇİN UYGULAMA PLANI">
            <a:extLst xmlns:a="http://schemas.openxmlformats.org/drawingml/2006/main">
              <a:ext uri="{FF2B5EF4-FFF2-40B4-BE49-F238E27FC236}">
                <a16:creationId xmlns:a16="http://schemas.microsoft.com/office/drawing/2014/main" id="{741C82B4-CE7A-4354-A343-D7F60160403F}"/>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146B61"/>
                </a:solidFill>
                <a:latin typeface="Arial"/>
                <a:ea typeface="Arial"/>
                <a:cs typeface="Arial"/>
              </a:defRPr>
            </a:defPPr>
            <a:lvl1pPr>
              <a:buNone/>
              <a:defRPr sz="1425" b="1">
                <a:solidFill>
                  <a:srgbClr val="146B61"/>
                </a:solidFill>
                <a:latin typeface="Arial"/>
                <a:ea typeface="Arial"/>
                <a:cs typeface="Arial"/>
              </a:defRPr>
            </a:lvl1pPr>
            <a:lvl2pPr>
              <a:buNone/>
              <a:defRPr sz="1425" b="1">
                <a:solidFill>
                  <a:srgbClr val="146B61"/>
                </a:solidFill>
                <a:latin typeface="Arial"/>
                <a:ea typeface="Arial"/>
                <a:cs typeface="Arial"/>
              </a:defRPr>
            </a:lvl2pPr>
            <a:lvl3pPr>
              <a:buNone/>
              <a:defRPr sz="1425" b="1">
                <a:solidFill>
                  <a:srgbClr val="146B61"/>
                </a:solidFill>
                <a:latin typeface="Arial"/>
                <a:ea typeface="Arial"/>
                <a:cs typeface="Arial"/>
              </a:defRPr>
            </a:lvl3pPr>
            <a:lvl4pPr>
              <a:buNone/>
              <a:defRPr sz="1425" b="1">
                <a:solidFill>
                  <a:srgbClr val="146B61"/>
                </a:solidFill>
                <a:latin typeface="Arial"/>
                <a:ea typeface="Arial"/>
                <a:cs typeface="Arial"/>
              </a:defRPr>
            </a:lvl4pPr>
            <a:lvl5pPr>
              <a:buNone/>
              <a:defRPr sz="1425" b="1">
                <a:solidFill>
                  <a:srgbClr val="146B61"/>
                </a:solidFill>
                <a:latin typeface="Arial"/>
                <a:ea typeface="Arial"/>
                <a:cs typeface="Arial"/>
              </a:defRPr>
            </a:lvl5pPr>
            <a:lvl6pPr>
              <a:buNone/>
              <a:defRPr sz="1425" b="1">
                <a:solidFill>
                  <a:srgbClr val="146B61"/>
                </a:solidFill>
                <a:latin typeface="Arial"/>
                <a:ea typeface="Arial"/>
                <a:cs typeface="Arial"/>
              </a:defRPr>
            </a:lvl6pPr>
            <a:lvl7pPr>
              <a:buNone/>
              <a:defRPr sz="1425" b="1">
                <a:solidFill>
                  <a:srgbClr val="146B61"/>
                </a:solidFill>
                <a:latin typeface="Arial"/>
                <a:ea typeface="Arial"/>
                <a:cs typeface="Arial"/>
              </a:defRPr>
            </a:lvl7pPr>
            <a:lvl8pPr>
              <a:buNone/>
              <a:defRPr sz="1425" b="1">
                <a:solidFill>
                  <a:srgbClr val="146B61"/>
                </a:solidFill>
                <a:latin typeface="Arial"/>
                <a:ea typeface="Arial"/>
                <a:cs typeface="Arial"/>
              </a:defRPr>
            </a:lvl8pPr>
            <a:lvl9pPr>
              <a:buNone/>
              <a:defRPr sz="1425" b="1">
                <a:solidFill>
                  <a:srgbClr val="146B61"/>
                </a:solidFill>
                <a:latin typeface="Arial"/>
                <a:ea typeface="Arial"/>
                <a:cs typeface="Arial"/>
              </a:defRPr>
            </a:lvl9pPr>
          </a:lstStyle>
          <a:p xmlns:a="http://schemas.openxmlformats.org/drawingml/2006/main">
            <a:pPr>
              <a:buNone/>
              <a:defRPr sz="1425" b="1">
                <a:solidFill>
                  <a:srgbClr val="146B61"/>
                </a:solidFill>
                <a:latin typeface="Arial"/>
                <a:ea typeface="Arial"/>
                <a:cs typeface="Arial"/>
              </a:defRPr>
            </a:pPr>
            <a:r>
              <a:rPr sz="1425" b="1">
                <a:solidFill>
                  <a:srgbClr val="146B61"/>
                </a:solidFill>
                <a:latin typeface="Arial"/>
                <a:ea typeface="Arial"/>
                <a:cs typeface="Arial"/>
              </a:rPr>
              <a:t>ALTI GRUP İÇİN UYGULAMA PLANI</a:t>
            </a:r>
          </a:p>
        </p:txBody>
      </p:sp>
      <p:sp>
        <p:nvSpPr>
          <p:cNvPr id="2" name="Not defterini geliştirme">
            <a:extLst xmlns:a="http://schemas.openxmlformats.org/drawingml/2006/main">
              <a:ext uri="{FF2B5EF4-FFF2-40B4-BE49-F238E27FC236}">
                <a16:creationId xmlns:a16="http://schemas.microsoft.com/office/drawing/2014/main" id="{EA097DA2-355F-4051-8E1E-2AF21B7D6CB5}"/>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Not defterini geliştirme</a:t>
            </a:r>
          </a:p>
        </p:txBody>
      </p:sp>
      <p:sp>
        <p:nvSpPr>
          <p:cNvPr id="3" name="01">
            <a:extLst xmlns:a="http://schemas.openxmlformats.org/drawingml/2006/main">
              <a:ext uri="{FF2B5EF4-FFF2-40B4-BE49-F238E27FC236}">
                <a16:creationId xmlns:a16="http://schemas.microsoft.com/office/drawing/2014/main" id="{5E1D4244-31C8-48CB-A0FA-0BACD532E834}"/>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01</a:t>
            </a:r>
          </a:p>
        </p:txBody>
      </p:sp>
      <p:sp>
        <p:nvSpPr>
          <p:cNvPr id="4" name="Yeni özellikler,&#10;yeni Android konuları">
            <a:extLst xmlns:a="http://schemas.openxmlformats.org/drawingml/2006/main">
              <a:ext uri="{FF2B5EF4-FFF2-40B4-BE49-F238E27FC236}">
                <a16:creationId xmlns:a16="http://schemas.microsoft.com/office/drawing/2014/main" id="{4B685C81-2333-4633-BF78-1C2B60A6E49E}"/>
              </a:ext>
            </a:extLst>
          </p:cNvPr>
          <p:cNvSpPr>
            <a:spLocks xmlns:a="http://schemas.openxmlformats.org/drawingml/2006/main" noGrp="1"/>
          </p:cNvSpPr>
          <p:nvPr/>
        </p:nvSpPr>
        <p:spPr>
          <a:xfrm xmlns:a="http://schemas.openxmlformats.org/drawingml/2006/main">
            <a:off x="609600" y="2114550"/>
            <a:ext cx="7381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143E37"/>
                </a:solidFill>
                <a:latin typeface="Arial"/>
                <a:ea typeface="Arial"/>
                <a:cs typeface="Arial"/>
              </a:defRPr>
            </a:defPPr>
            <a:lvl1pPr>
              <a:buNone/>
              <a:defRPr sz="4350" b="1">
                <a:solidFill>
                  <a:srgbClr val="143E37"/>
                </a:solidFill>
                <a:latin typeface="Arial"/>
                <a:ea typeface="Arial"/>
                <a:cs typeface="Arial"/>
              </a:defRPr>
            </a:lvl1pPr>
            <a:lvl2pPr>
              <a:buNone/>
              <a:defRPr sz="4350" b="1">
                <a:solidFill>
                  <a:srgbClr val="143E37"/>
                </a:solidFill>
                <a:latin typeface="Arial"/>
                <a:ea typeface="Arial"/>
                <a:cs typeface="Arial"/>
              </a:defRPr>
            </a:lvl2pPr>
            <a:lvl3pPr>
              <a:buNone/>
              <a:defRPr sz="4350" b="1">
                <a:solidFill>
                  <a:srgbClr val="143E37"/>
                </a:solidFill>
                <a:latin typeface="Arial"/>
                <a:ea typeface="Arial"/>
                <a:cs typeface="Arial"/>
              </a:defRPr>
            </a:lvl3pPr>
            <a:lvl4pPr>
              <a:buNone/>
              <a:defRPr sz="4350" b="1">
                <a:solidFill>
                  <a:srgbClr val="143E37"/>
                </a:solidFill>
                <a:latin typeface="Arial"/>
                <a:ea typeface="Arial"/>
                <a:cs typeface="Arial"/>
              </a:defRPr>
            </a:lvl4pPr>
            <a:lvl5pPr>
              <a:buNone/>
              <a:defRPr sz="4350" b="1">
                <a:solidFill>
                  <a:srgbClr val="143E37"/>
                </a:solidFill>
                <a:latin typeface="Arial"/>
                <a:ea typeface="Arial"/>
                <a:cs typeface="Arial"/>
              </a:defRPr>
            </a:lvl5pPr>
            <a:lvl6pPr>
              <a:buNone/>
              <a:defRPr sz="4350" b="1">
                <a:solidFill>
                  <a:srgbClr val="143E37"/>
                </a:solidFill>
                <a:latin typeface="Arial"/>
                <a:ea typeface="Arial"/>
                <a:cs typeface="Arial"/>
              </a:defRPr>
            </a:lvl6pPr>
            <a:lvl7pPr>
              <a:buNone/>
              <a:defRPr sz="4350" b="1">
                <a:solidFill>
                  <a:srgbClr val="143E37"/>
                </a:solidFill>
                <a:latin typeface="Arial"/>
                <a:ea typeface="Arial"/>
                <a:cs typeface="Arial"/>
              </a:defRPr>
            </a:lvl7pPr>
            <a:lvl8pPr>
              <a:buNone/>
              <a:defRPr sz="4350" b="1">
                <a:solidFill>
                  <a:srgbClr val="143E37"/>
                </a:solidFill>
                <a:latin typeface="Arial"/>
                <a:ea typeface="Arial"/>
                <a:cs typeface="Arial"/>
              </a:defRPr>
            </a:lvl8pPr>
            <a:lvl9pPr>
              <a:buNone/>
              <a:defRPr sz="4350" b="1">
                <a:solidFill>
                  <a:srgbClr val="143E37"/>
                </a:solidFill>
                <a:latin typeface="Arial"/>
                <a:ea typeface="Arial"/>
                <a:cs typeface="Arial"/>
              </a:defRPr>
            </a:lvl9pPr>
          </a:lstStyle>
          <a:p xmlns:a="http://schemas.openxmlformats.org/drawingml/2006/main">
            <a:pPr>
              <a:buNone/>
              <a:defRPr sz="4350" b="1">
                <a:solidFill>
                  <a:srgbClr val="143E37"/>
                </a:solidFill>
                <a:latin typeface="Arial"/>
                <a:ea typeface="Arial"/>
                <a:cs typeface="Arial"/>
              </a:defRPr>
            </a:pPr>
            <a:r>
              <a:rPr sz="4350" b="1">
                <a:solidFill>
                  <a:srgbClr val="143E37"/>
                </a:solidFill>
                <a:latin typeface="Arial"/>
                <a:ea typeface="Arial"/>
                <a:cs typeface="Arial"/>
              </a:rPr>
              <a:t>Yeni özellikler,</a:t>
            </a:r>
          </a:p>
          <a:p xmlns:a="http://schemas.openxmlformats.org/drawingml/2006/main">
            <a:pPr>
              <a:buNone/>
              <a:defRPr sz="4350" b="1">
                <a:solidFill>
                  <a:srgbClr val="143E37"/>
                </a:solidFill>
                <a:latin typeface="Arial"/>
                <a:ea typeface="Arial"/>
                <a:cs typeface="Arial"/>
              </a:defRPr>
            </a:pPr>
            <a:r>
              <a:rPr sz="4350" b="1">
                <a:solidFill>
                  <a:srgbClr val="143E37"/>
                </a:solidFill>
                <a:latin typeface="Arial"/>
                <a:ea typeface="Arial"/>
                <a:cs typeface="Arial"/>
              </a:rPr>
              <a:t>yeni Android konuları</a:t>
            </a:r>
          </a:p>
        </p:txBody>
      </p:sp>
      <p:sp>
        <p:nvSpPr>
          <p:cNvPr id="5" name="24 öğrenci&#10;Dörder kişilik 6 grup">
            <a:extLst xmlns:a="http://schemas.openxmlformats.org/drawingml/2006/main">
              <a:ext uri="{FF2B5EF4-FFF2-40B4-BE49-F238E27FC236}">
                <a16:creationId xmlns:a16="http://schemas.microsoft.com/office/drawing/2014/main" id="{2A31EDCE-D830-4F33-BDCB-80F250DED2F3}"/>
              </a:ext>
            </a:extLst>
          </p:cNvPr>
          <p:cNvSpPr>
            <a:spLocks xmlns:a="http://schemas.openxmlformats.org/drawingml/2006/main" noGrp="1"/>
          </p:cNvSpPr>
          <p:nvPr/>
        </p:nvSpPr>
        <p:spPr>
          <a:xfrm xmlns:a="http://schemas.openxmlformats.org/drawingml/2006/main">
            <a:off x="609600" y="4286250"/>
            <a:ext cx="628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24 öğrenci</a:t>
            </a:r>
          </a:p>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Dörder kişilik 6 grup</a:t>
            </a:r>
          </a:p>
        </p:txBody>
      </p:sp>
      <p:sp>
        <p:nvSpPr>
          <p:cNvPr id="6" name="Kotlin ve XML&#10;Veri tabanı kullanmadan">
            <a:extLst xmlns:a="http://schemas.openxmlformats.org/drawingml/2006/main">
              <a:ext uri="{FF2B5EF4-FFF2-40B4-BE49-F238E27FC236}">
                <a16:creationId xmlns:a16="http://schemas.microsoft.com/office/drawing/2014/main" id="{DA89D819-8670-4E7E-8A10-3ACFE875E618}"/>
              </a:ext>
            </a:extLst>
          </p:cNvPr>
          <p:cNvSpPr>
            <a:spLocks xmlns:a="http://schemas.openxmlformats.org/drawingml/2006/main" noGrp="1"/>
          </p:cNvSpPr>
          <p:nvPr/>
        </p:nvSpPr>
        <p:spPr>
          <a:xfrm xmlns:a="http://schemas.openxmlformats.org/drawingml/2006/main">
            <a:off x="609600" y="55054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67A71"/>
                </a:solidFill>
                <a:latin typeface="Arial"/>
                <a:ea typeface="Arial"/>
                <a:cs typeface="Arial"/>
              </a:defRPr>
            </a:defPPr>
            <a:lvl1pPr>
              <a:buNone/>
              <a:defRPr sz="1800" b="0">
                <a:solidFill>
                  <a:srgbClr val="667A71"/>
                </a:solidFill>
                <a:latin typeface="Arial"/>
                <a:ea typeface="Arial"/>
                <a:cs typeface="Arial"/>
              </a:defRPr>
            </a:lvl1pPr>
            <a:lvl2pPr>
              <a:buNone/>
              <a:defRPr sz="1800" b="0">
                <a:solidFill>
                  <a:srgbClr val="667A71"/>
                </a:solidFill>
                <a:latin typeface="Arial"/>
                <a:ea typeface="Arial"/>
                <a:cs typeface="Arial"/>
              </a:defRPr>
            </a:lvl2pPr>
            <a:lvl3pPr>
              <a:buNone/>
              <a:defRPr sz="1800" b="0">
                <a:solidFill>
                  <a:srgbClr val="667A71"/>
                </a:solidFill>
                <a:latin typeface="Arial"/>
                <a:ea typeface="Arial"/>
                <a:cs typeface="Arial"/>
              </a:defRPr>
            </a:lvl3pPr>
            <a:lvl4pPr>
              <a:buNone/>
              <a:defRPr sz="1800" b="0">
                <a:solidFill>
                  <a:srgbClr val="667A71"/>
                </a:solidFill>
                <a:latin typeface="Arial"/>
                <a:ea typeface="Arial"/>
                <a:cs typeface="Arial"/>
              </a:defRPr>
            </a:lvl4pPr>
            <a:lvl5pPr>
              <a:buNone/>
              <a:defRPr sz="1800" b="0">
                <a:solidFill>
                  <a:srgbClr val="667A71"/>
                </a:solidFill>
                <a:latin typeface="Arial"/>
                <a:ea typeface="Arial"/>
                <a:cs typeface="Arial"/>
              </a:defRPr>
            </a:lvl5pPr>
            <a:lvl6pPr>
              <a:buNone/>
              <a:defRPr sz="1800" b="0">
                <a:solidFill>
                  <a:srgbClr val="667A71"/>
                </a:solidFill>
                <a:latin typeface="Arial"/>
                <a:ea typeface="Arial"/>
                <a:cs typeface="Arial"/>
              </a:defRPr>
            </a:lvl6pPr>
            <a:lvl7pPr>
              <a:buNone/>
              <a:defRPr sz="1800" b="0">
                <a:solidFill>
                  <a:srgbClr val="667A71"/>
                </a:solidFill>
                <a:latin typeface="Arial"/>
                <a:ea typeface="Arial"/>
                <a:cs typeface="Arial"/>
              </a:defRPr>
            </a:lvl7pPr>
            <a:lvl8pPr>
              <a:buNone/>
              <a:defRPr sz="1800" b="0">
                <a:solidFill>
                  <a:srgbClr val="667A71"/>
                </a:solidFill>
                <a:latin typeface="Arial"/>
                <a:ea typeface="Arial"/>
                <a:cs typeface="Arial"/>
              </a:defRPr>
            </a:lvl8pPr>
            <a:lvl9pPr>
              <a:buNone/>
              <a:defRPr sz="1800" b="0">
                <a:solidFill>
                  <a:srgbClr val="667A71"/>
                </a:solidFill>
                <a:latin typeface="Arial"/>
                <a:ea typeface="Arial"/>
                <a:cs typeface="Arial"/>
              </a:defRPr>
            </a:lvl9pPr>
          </a:lstStyle>
          <a:p xmlns:a="http://schemas.openxmlformats.org/drawingml/2006/main">
            <a:pPr>
              <a:buNone/>
              <a:defRPr sz="1800" b="0">
                <a:solidFill>
                  <a:srgbClr val="667A71"/>
                </a:solidFill>
                <a:latin typeface="Arial"/>
                <a:ea typeface="Arial"/>
                <a:cs typeface="Arial"/>
              </a:defRPr>
            </a:pPr>
            <a:r>
              <a:rPr sz="1800" b="0">
                <a:solidFill>
                  <a:srgbClr val="667A71"/>
                </a:solidFill>
                <a:latin typeface="Arial"/>
                <a:ea typeface="Arial"/>
                <a:cs typeface="Arial"/>
              </a:rPr>
              <a:t>Kotlin ve XML</a:t>
            </a:r>
          </a:p>
          <a:p xmlns:a="http://schemas.openxmlformats.org/drawingml/2006/main">
            <a:pPr>
              <a:buNone/>
              <a:defRPr sz="1800" b="0">
                <a:solidFill>
                  <a:srgbClr val="667A71"/>
                </a:solidFill>
                <a:latin typeface="Arial"/>
                <a:ea typeface="Arial"/>
                <a:cs typeface="Arial"/>
              </a:defRPr>
            </a:pPr>
            <a:r>
              <a:rPr sz="1800" b="0">
                <a:solidFill>
                  <a:srgbClr val="667A71"/>
                </a:solidFill>
                <a:latin typeface="Arial"/>
                <a:ea typeface="Arial"/>
                <a:cs typeface="Arial"/>
              </a:rPr>
              <a:t>Veri tabanı kullanmadan</a:t>
            </a:r>
          </a:p>
        </p:txBody>
      </p:sp>
      <p:pic>
        <p:nvPicPr>
          <p:cNvPr id="7" name="">
            <a:extLst xmlns:a="http://schemas.openxmlformats.org/drawingml/2006/main">
              <a:ext uri="{FF2B5EF4-FFF2-40B4-BE49-F238E27FC236}">
                <a16:creationId xmlns:a16="http://schemas.microsoft.com/office/drawing/2014/main" id="{29052BD6-8B54-46DF-9791-A44B0C4BA5BA}"/>
              </a:ext>
            </a:extLst>
          </p:cNvPr>
          <p:cNvPicPr>
            <a:picLocks xmlns:a="http://schemas.openxmlformats.org/drawingml/2006/main" noChangeAspect="1"/>
          </p:cNvPicPr>
          <p:nvPr/>
        </p:nvPicPr>
        <p:blipFill>
          <a:blip xmlns:r="http://schemas.openxmlformats.org/officeDocument/2006/relationships" xmlns:a="http://schemas.openxmlformats.org/drawingml/2006/main" r:embed="R77a2053a666d4456"/>
          <a:stretch xmlns:a="http://schemas.openxmlformats.org/drawingml/2006/main"/>
        </p:blipFill>
        <p:spPr>
          <a:xfrm xmlns:a="http://schemas.openxmlformats.org/drawingml/2006/main">
            <a:off x="8957072" y="1571625"/>
            <a:ext cx="1993106" cy="4429125"/>
          </a:xfrm>
          <a:prstGeom xmlns:a="http://schemas.openxmlformats.org/drawingml/2006/main" prst="rect">
            <a:avLst/>
          </a:prstGeom>
        </p:spPr>
      </p:pic>
    </p:spTree>
    <p:extLst>
      <p:ext uri="{BB962C8B-B14F-4D97-AF65-F5344CB8AC3E}">
        <p14:creationId xmlns:p14="http://schemas.microsoft.com/office/powerpoint/2010/main" val="1037762518"/>
      </p:ext>
    </p:extLst>
  </p:cSld>
</p:sld>
</file>

<file path=ppt/slides/slide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4" name="Altı grubun görev dağılımı">
            <a:extLst xmlns:a="http://schemas.openxmlformats.org/drawingml/2006/main">
              <a:ext uri="{FF2B5EF4-FFF2-40B4-BE49-F238E27FC236}">
                <a16:creationId xmlns:a16="http://schemas.microsoft.com/office/drawing/2014/main" id="{BCC7F6F3-F69F-48C2-A51F-3461871EAE4E}"/>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Altı grubun görev dağılımı</a:t>
            </a:r>
          </a:p>
        </p:txBody>
      </p:sp>
      <p:sp>
        <p:nvSpPr>
          <p:cNvPr id="2" name="02">
            <a:extLst xmlns:a="http://schemas.openxmlformats.org/drawingml/2006/main">
              <a:ext uri="{FF2B5EF4-FFF2-40B4-BE49-F238E27FC236}">
                <a16:creationId xmlns:a16="http://schemas.microsoft.com/office/drawing/2014/main" id="{9020C409-25FB-478B-B403-BCB3031A870D}"/>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02</a:t>
            </a:r>
          </a:p>
        </p:txBody>
      </p:sp>
      <p:graphicFrame>
        <p:nvGraphicFramePr>
          <p:cNvPr id="3" name="">
            <a:extLst xmlns:a="http://schemas.openxmlformats.org/drawingml/2006/main">
              <a:ext uri="{FF2B5EF4-FFF2-40B4-BE49-F238E27FC236}">
                <a16:creationId xmlns:a16="http://schemas.microsoft.com/office/drawing/2014/main" id="{C2982E1A-BB96-4C4B-A42F-C1451C5801FF}"/>
              </a:ext>
            </a:extLst>
          </p:cNvPr>
          <p:cNvGraphicFramePr/>
          <p:nvPr/>
        </p:nvGraphicFramePr>
        <p:xfrm>
          <a:off xmlns:a="http://schemas.openxmlformats.org/drawingml/2006/main" x="609600" y="1752600"/>
          <a:ext xmlns:a="http://schemas.openxmlformats.org/drawingml/2006/main" cx="10953750" cy="4152900"/>
        </p:xfrm>
        <a:graphic xmlns:a="http://schemas.openxmlformats.org/drawingml/2006/main">
          <a:graphicData uri="http://schemas.openxmlformats.org/drawingml/2006/table">
            <a:tbl>
              <a:tblPr/>
              <a:tblGrid>
                <a:gridCol w="952500"/>
                <a:gridCol w="4524375"/>
                <a:gridCol w="5476875"/>
              </a:tblGrid>
              <a:tr h="593271">
                <a:tc>
                  <a:txBody>
                    <a:bodyPr/>
                    <a:lstStyle/>
                    <a:p>
                      <a:r>
                        <a:rPr sz="1875" b="1">
                          <a:solidFill>
                            <a:srgbClr val="FFFFFF"/>
                          </a:solidFill>
                          <a:latin typeface="Arial"/>
                          <a:ea typeface="Arial"/>
                          <a:cs typeface="Arial"/>
                        </a:rPr>
                        <a:t>Grup</a:t>
                      </a:r>
                    </a:p>
                  </a:txBody>
                  <a:tcPr marL="91440" marR="91440" marT="45720" marB="45720">
                    <a:lnL w="9525">
                      <a:solidFill>
                        <a:srgbClr val="D8DFDA"/>
                      </a:solidFill>
                      <a:prstDash val="solid"/>
                    </a:lnL>
                    <a:lnR w="9525">
                      <a:solidFill>
                        <a:srgbClr val="D8DFDA"/>
                      </a:solidFill>
                      <a:prstDash val="solid"/>
                    </a:lnR>
                    <a:lnT w="9525">
                      <a:solidFill>
                        <a:srgbClr val="D8DFDA"/>
                      </a:solidFill>
                      <a:prstDash val="solid"/>
                    </a:lnT>
                    <a:lnB w="9525">
                      <a:solidFill>
                        <a:srgbClr val="D8DFDA"/>
                      </a:solidFill>
                      <a:prstDash val="solid"/>
                    </a:lnB>
                    <a:solidFill>
                      <a:srgbClr val="143E37"/>
                    </a:solidFill>
                  </a:tcPr>
                </a:tc>
                <a:tc>
                  <a:txBody>
                    <a:bodyPr/>
                    <a:lstStyle/>
                    <a:p>
                      <a:r>
                        <a:rPr sz="1875" b="1">
                          <a:solidFill>
                            <a:srgbClr val="FFFFFF"/>
                          </a:solidFill>
                          <a:latin typeface="Arial"/>
                          <a:ea typeface="Arial"/>
                          <a:cs typeface="Arial"/>
                        </a:rPr>
                        <a:t>Görev</a:t>
                      </a:r>
                    </a:p>
                  </a:txBody>
                  <a:tcPr marL="91440" marR="91440" marT="45720" marB="45720">
                    <a:lnR w="9525">
                      <a:solidFill>
                        <a:srgbClr val="D8DFDA"/>
                      </a:solidFill>
                      <a:prstDash val="solid"/>
                    </a:lnR>
                    <a:lnT w="9525">
                      <a:solidFill>
                        <a:srgbClr val="D8DFDA"/>
                      </a:solidFill>
                      <a:prstDash val="solid"/>
                    </a:lnT>
                    <a:lnB w="9525">
                      <a:solidFill>
                        <a:srgbClr val="D8DFDA"/>
                      </a:solidFill>
                      <a:prstDash val="solid"/>
                    </a:lnB>
                    <a:solidFill>
                      <a:srgbClr val="143E37"/>
                    </a:solidFill>
                  </a:tcPr>
                </a:tc>
                <a:tc>
                  <a:txBody>
                    <a:bodyPr/>
                    <a:lstStyle/>
                    <a:p>
                      <a:r>
                        <a:rPr sz="1875" b="1">
                          <a:solidFill>
                            <a:srgbClr val="FFFFFF"/>
                          </a:solidFill>
                          <a:latin typeface="Arial"/>
                          <a:ea typeface="Arial"/>
                          <a:cs typeface="Arial"/>
                        </a:rPr>
                        <a:t>Ana öğrenme konusu</a:t>
                      </a:r>
                    </a:p>
                  </a:txBody>
                  <a:tcPr marL="91440" marR="91440" marT="45720" marB="45720">
                    <a:lnR w="9525">
                      <a:solidFill>
                        <a:srgbClr val="D8DFDA"/>
                      </a:solidFill>
                      <a:prstDash val="solid"/>
                    </a:lnR>
                    <a:lnT w="9525">
                      <a:solidFill>
                        <a:srgbClr val="D8DFDA"/>
                      </a:solidFill>
                      <a:prstDash val="solid"/>
                    </a:lnT>
                    <a:lnB w="9525">
                      <a:solidFill>
                        <a:srgbClr val="D8DFDA"/>
                      </a:solidFill>
                      <a:prstDash val="solid"/>
                    </a:lnB>
                    <a:solidFill>
                      <a:srgbClr val="143E37"/>
                    </a:solidFill>
                  </a:tcPr>
                </a:tc>
              </a:tr>
              <a:tr h="593271">
                <a:tc>
                  <a:txBody>
                    <a:bodyPr/>
                    <a:lstStyle/>
                    <a:p>
                      <a:r>
                        <a:rPr sz="1875" b="0">
                          <a:solidFill>
                            <a:srgbClr val="183C36"/>
                          </a:solidFill>
                          <a:latin typeface="Arial"/>
                          <a:ea typeface="Arial"/>
                          <a:cs typeface="Arial"/>
                        </a:rPr>
                        <a:t>1</a:t>
                      </a:r>
                    </a:p>
                  </a:txBody>
                  <a:tcPr marL="91440" marR="91440" marT="45720" marB="45720">
                    <a:lnL w="9525">
                      <a:solidFill>
                        <a:srgbClr val="D8DFDA"/>
                      </a:solidFill>
                      <a:prstDash val="solid"/>
                    </a:lnL>
                    <a:lnR w="9525">
                      <a:solidFill>
                        <a:srgbClr val="D8DFDA"/>
                      </a:solidFill>
                      <a:prstDash val="solid"/>
                    </a:lnR>
                    <a:lnB w="9525">
                      <a:solidFill>
                        <a:srgbClr val="D8DFDA"/>
                      </a:solidFill>
                      <a:prstDash val="solid"/>
                    </a:lnB>
                    <a:solidFill>
                      <a:srgbClr val="F5F4EF"/>
                    </a:solidFill>
                  </a:tcPr>
                </a:tc>
                <a:tc>
                  <a:txBody>
                    <a:bodyPr/>
                    <a:lstStyle/>
                    <a:p>
                      <a:r>
                        <a:rPr sz="1875" b="0">
                          <a:solidFill>
                            <a:srgbClr val="183C36"/>
                          </a:solidFill>
                          <a:latin typeface="Arial"/>
                          <a:ea typeface="Arial"/>
                          <a:cs typeface="Arial"/>
                        </a:rPr>
                        <a:t>Başlık ve ayrıntı</a:t>
                      </a:r>
                    </a:p>
                  </a:txBody>
                  <a:tcPr marL="91440" marR="91440" marT="45720" marB="45720">
                    <a:lnR w="9525">
                      <a:solidFill>
                        <a:srgbClr val="D8DFDA"/>
                      </a:solidFill>
                      <a:prstDash val="solid"/>
                    </a:lnR>
                    <a:lnB w="9525">
                      <a:solidFill>
                        <a:srgbClr val="D8DFDA"/>
                      </a:solidFill>
                      <a:prstDash val="solid"/>
                    </a:lnB>
                    <a:solidFill>
                      <a:srgbClr val="F5F4EF"/>
                    </a:solidFill>
                  </a:tcPr>
                </a:tc>
                <a:tc>
                  <a:txBody>
                    <a:bodyPr/>
                    <a:lstStyle/>
                    <a:p>
                      <a:r>
                        <a:rPr sz="1875" b="0">
                          <a:solidFill>
                            <a:srgbClr val="183C36"/>
                          </a:solidFill>
                          <a:latin typeface="Arial"/>
                          <a:ea typeface="Arial"/>
                          <a:cs typeface="Arial"/>
                        </a:rPr>
                        <a:t>Not modelini genişletme</a:t>
                      </a:r>
                    </a:p>
                  </a:txBody>
                  <a:tcPr marL="91440" marR="91440" marT="45720" marB="45720">
                    <a:lnR w="9525">
                      <a:solidFill>
                        <a:srgbClr val="D8DFDA"/>
                      </a:solidFill>
                      <a:prstDash val="solid"/>
                    </a:lnR>
                    <a:lnB w="9525">
                      <a:solidFill>
                        <a:srgbClr val="D8DFDA"/>
                      </a:solidFill>
                      <a:prstDash val="solid"/>
                    </a:lnB>
                    <a:solidFill>
                      <a:srgbClr val="F5F4EF"/>
                    </a:solidFill>
                  </a:tcPr>
                </a:tc>
              </a:tr>
              <a:tr h="593271">
                <a:tc>
                  <a:txBody>
                    <a:bodyPr/>
                    <a:lstStyle/>
                    <a:p>
                      <a:r>
                        <a:rPr sz="1875" b="0">
                          <a:solidFill>
                            <a:srgbClr val="183C36"/>
                          </a:solidFill>
                          <a:latin typeface="Arial"/>
                          <a:ea typeface="Arial"/>
                          <a:cs typeface="Arial"/>
                        </a:rPr>
                        <a:t>2</a:t>
                      </a:r>
                    </a:p>
                  </a:txBody>
                  <a:tcPr marL="91440" marR="91440" marT="45720" marB="45720">
                    <a:lnL w="9525">
                      <a:solidFill>
                        <a:srgbClr val="D8DFDA"/>
                      </a:solidFill>
                      <a:prstDash val="solid"/>
                    </a:lnL>
                    <a:lnR w="9525">
                      <a:solidFill>
                        <a:srgbClr val="D8DFDA"/>
                      </a:solidFill>
                      <a:prstDash val="solid"/>
                    </a:lnR>
                    <a:lnB w="9525">
                      <a:solidFill>
                        <a:srgbClr val="D8DFDA"/>
                      </a:solidFill>
                      <a:prstDash val="solid"/>
                    </a:lnB>
                    <a:solidFill>
                      <a:srgbClr val="EBEFEA"/>
                    </a:solidFill>
                  </a:tcPr>
                </a:tc>
                <a:tc>
                  <a:txBody>
                    <a:bodyPr/>
                    <a:lstStyle/>
                    <a:p>
                      <a:r>
                        <a:rPr sz="1875" b="0">
                          <a:solidFill>
                            <a:srgbClr val="183C36"/>
                          </a:solidFill>
                          <a:latin typeface="Arial"/>
                          <a:ea typeface="Arial"/>
                          <a:cs typeface="Arial"/>
                        </a:rPr>
                        <a:t>Kategori ve tarih</a:t>
                      </a:r>
                    </a:p>
                  </a:txBody>
                  <a:tcPr marL="91440" marR="91440" marT="45720" marB="45720">
                    <a:lnR w="9525">
                      <a:solidFill>
                        <a:srgbClr val="D8DFDA"/>
                      </a:solidFill>
                      <a:prstDash val="solid"/>
                    </a:lnR>
                    <a:lnB w="9525">
                      <a:solidFill>
                        <a:srgbClr val="D8DFDA"/>
                      </a:solidFill>
                      <a:prstDash val="solid"/>
                    </a:lnB>
                    <a:solidFill>
                      <a:srgbClr val="EBEFEA"/>
                    </a:solidFill>
                  </a:tcPr>
                </a:tc>
                <a:tc>
                  <a:txBody>
                    <a:bodyPr/>
                    <a:lstStyle/>
                    <a:p>
                      <a:r>
                        <a:rPr sz="1875" b="0">
                          <a:solidFill>
                            <a:srgbClr val="183C36"/>
                          </a:solidFill>
                          <a:latin typeface="Arial"/>
                          <a:ea typeface="Arial"/>
                          <a:cs typeface="Arial"/>
                        </a:rPr>
                        <a:t>Notları sınıflandırma</a:t>
                      </a:r>
                    </a:p>
                  </a:txBody>
                  <a:tcPr marL="91440" marR="91440" marT="45720" marB="45720">
                    <a:lnR w="9525">
                      <a:solidFill>
                        <a:srgbClr val="D8DFDA"/>
                      </a:solidFill>
                      <a:prstDash val="solid"/>
                    </a:lnR>
                    <a:lnB w="9525">
                      <a:solidFill>
                        <a:srgbClr val="D8DFDA"/>
                      </a:solidFill>
                      <a:prstDash val="solid"/>
                    </a:lnB>
                    <a:solidFill>
                      <a:srgbClr val="EBEFEA"/>
                    </a:solidFill>
                  </a:tcPr>
                </a:tc>
              </a:tr>
              <a:tr h="593271">
                <a:tc>
                  <a:txBody>
                    <a:bodyPr/>
                    <a:lstStyle/>
                    <a:p>
                      <a:r>
                        <a:rPr sz="1875" b="0">
                          <a:solidFill>
                            <a:srgbClr val="183C36"/>
                          </a:solidFill>
                          <a:latin typeface="Arial"/>
                          <a:ea typeface="Arial"/>
                          <a:cs typeface="Arial"/>
                        </a:rPr>
                        <a:t>3</a:t>
                      </a:r>
                    </a:p>
                  </a:txBody>
                  <a:tcPr marL="91440" marR="91440" marT="45720" marB="45720">
                    <a:lnL w="9525">
                      <a:solidFill>
                        <a:srgbClr val="D8DFDA"/>
                      </a:solidFill>
                      <a:prstDash val="solid"/>
                    </a:lnL>
                    <a:lnR w="9525">
                      <a:solidFill>
                        <a:srgbClr val="D8DFDA"/>
                      </a:solidFill>
                      <a:prstDash val="solid"/>
                    </a:lnR>
                    <a:lnB w="9525">
                      <a:solidFill>
                        <a:srgbClr val="D8DFDA"/>
                      </a:solidFill>
                      <a:prstDash val="solid"/>
                    </a:lnB>
                    <a:solidFill>
                      <a:srgbClr val="F5F4EF"/>
                    </a:solidFill>
                  </a:tcPr>
                </a:tc>
                <a:tc>
                  <a:txBody>
                    <a:bodyPr/>
                    <a:lstStyle/>
                    <a:p>
                      <a:r>
                        <a:rPr sz="1875" b="0">
                          <a:solidFill>
                            <a:srgbClr val="183C36"/>
                          </a:solidFill>
                          <a:latin typeface="Arial"/>
                          <a:ea typeface="Arial"/>
                          <a:cs typeface="Arial"/>
                        </a:rPr>
                        <a:t>Ayrı ayrıntı ekranı</a:t>
                      </a:r>
                    </a:p>
                  </a:txBody>
                  <a:tcPr marL="91440" marR="91440" marT="45720" marB="45720">
                    <a:lnR w="9525">
                      <a:solidFill>
                        <a:srgbClr val="D8DFDA"/>
                      </a:solidFill>
                      <a:prstDash val="solid"/>
                    </a:lnR>
                    <a:lnB w="9525">
                      <a:solidFill>
                        <a:srgbClr val="D8DFDA"/>
                      </a:solidFill>
                      <a:prstDash val="solid"/>
                    </a:lnB>
                    <a:solidFill>
                      <a:srgbClr val="F5F4EF"/>
                    </a:solidFill>
                  </a:tcPr>
                </a:tc>
                <a:tc>
                  <a:txBody>
                    <a:bodyPr/>
                    <a:lstStyle/>
                    <a:p>
                      <a:r>
                        <a:rPr sz="1875" b="0">
                          <a:solidFill>
                            <a:srgbClr val="183C36"/>
                          </a:solidFill>
                          <a:latin typeface="Arial"/>
                          <a:ea typeface="Arial"/>
                          <a:cs typeface="Arial"/>
                        </a:rPr>
                        <a:t>İki Activity arasında veri aktarımı</a:t>
                      </a:r>
                    </a:p>
                  </a:txBody>
                  <a:tcPr marL="91440" marR="91440" marT="45720" marB="45720">
                    <a:lnR w="9525">
                      <a:solidFill>
                        <a:srgbClr val="D8DFDA"/>
                      </a:solidFill>
                      <a:prstDash val="solid"/>
                    </a:lnR>
                    <a:lnB w="9525">
                      <a:solidFill>
                        <a:srgbClr val="D8DFDA"/>
                      </a:solidFill>
                      <a:prstDash val="solid"/>
                    </a:lnB>
                    <a:solidFill>
                      <a:srgbClr val="F5F4EF"/>
                    </a:solidFill>
                  </a:tcPr>
                </a:tc>
              </a:tr>
              <a:tr h="593271">
                <a:tc>
                  <a:txBody>
                    <a:bodyPr/>
                    <a:lstStyle/>
                    <a:p>
                      <a:r>
                        <a:rPr sz="1875" b="0">
                          <a:solidFill>
                            <a:srgbClr val="183C36"/>
                          </a:solidFill>
                          <a:latin typeface="Arial"/>
                          <a:ea typeface="Arial"/>
                          <a:cs typeface="Arial"/>
                        </a:rPr>
                        <a:t>4</a:t>
                      </a:r>
                    </a:p>
                  </a:txBody>
                  <a:tcPr marL="91440" marR="91440" marT="45720" marB="45720">
                    <a:lnL w="9525">
                      <a:solidFill>
                        <a:srgbClr val="D8DFDA"/>
                      </a:solidFill>
                      <a:prstDash val="solid"/>
                    </a:lnL>
                    <a:lnR w="9525">
                      <a:solidFill>
                        <a:srgbClr val="D8DFDA"/>
                      </a:solidFill>
                      <a:prstDash val="solid"/>
                    </a:lnR>
                    <a:lnB w="9525">
                      <a:solidFill>
                        <a:srgbClr val="D8DFDA"/>
                      </a:solidFill>
                      <a:prstDash val="solid"/>
                    </a:lnB>
                    <a:solidFill>
                      <a:srgbClr val="EBEFEA"/>
                    </a:solidFill>
                  </a:tcPr>
                </a:tc>
                <a:tc>
                  <a:txBody>
                    <a:bodyPr/>
                    <a:lstStyle/>
                    <a:p>
                      <a:r>
                        <a:rPr sz="1875" b="0">
                          <a:solidFill>
                            <a:srgbClr val="183C36"/>
                          </a:solidFill>
                          <a:latin typeface="Arial"/>
                          <a:ea typeface="Arial"/>
                          <a:cs typeface="Arial"/>
                        </a:rPr>
                        <a:t>Not paylaşma</a:t>
                      </a:r>
                    </a:p>
                  </a:txBody>
                  <a:tcPr marL="91440" marR="91440" marT="45720" marB="45720">
                    <a:lnR w="9525">
                      <a:solidFill>
                        <a:srgbClr val="D8DFDA"/>
                      </a:solidFill>
                      <a:prstDash val="solid"/>
                    </a:lnR>
                    <a:lnB w="9525">
                      <a:solidFill>
                        <a:srgbClr val="D8DFDA"/>
                      </a:solidFill>
                      <a:prstDash val="solid"/>
                    </a:lnB>
                    <a:solidFill>
                      <a:srgbClr val="EBEFEA"/>
                    </a:solidFill>
                  </a:tcPr>
                </a:tc>
                <a:tc>
                  <a:txBody>
                    <a:bodyPr/>
                    <a:lstStyle/>
                    <a:p>
                      <a:r>
                        <a:rPr sz="1875" b="0">
                          <a:solidFill>
                            <a:srgbClr val="183C36"/>
                          </a:solidFill>
                          <a:latin typeface="Arial"/>
                          <a:ea typeface="Arial"/>
                          <a:cs typeface="Arial"/>
                        </a:rPr>
                        <a:t>Android paylaşım menüsü</a:t>
                      </a:r>
                    </a:p>
                  </a:txBody>
                  <a:tcPr marL="91440" marR="91440" marT="45720" marB="45720">
                    <a:lnR w="9525">
                      <a:solidFill>
                        <a:srgbClr val="D8DFDA"/>
                      </a:solidFill>
                      <a:prstDash val="solid"/>
                    </a:lnR>
                    <a:lnB w="9525">
                      <a:solidFill>
                        <a:srgbClr val="D8DFDA"/>
                      </a:solidFill>
                      <a:prstDash val="solid"/>
                    </a:lnB>
                    <a:solidFill>
                      <a:srgbClr val="EBEFEA"/>
                    </a:solidFill>
                  </a:tcPr>
                </a:tc>
              </a:tr>
              <a:tr h="593271">
                <a:tc>
                  <a:txBody>
                    <a:bodyPr/>
                    <a:lstStyle/>
                    <a:p>
                      <a:r>
                        <a:rPr sz="1875" b="0">
                          <a:solidFill>
                            <a:srgbClr val="183C36"/>
                          </a:solidFill>
                          <a:latin typeface="Arial"/>
                          <a:ea typeface="Arial"/>
                          <a:cs typeface="Arial"/>
                        </a:rPr>
                        <a:t>5</a:t>
                      </a:r>
                    </a:p>
                  </a:txBody>
                  <a:tcPr marL="91440" marR="91440" marT="45720" marB="45720">
                    <a:lnL w="9525">
                      <a:solidFill>
                        <a:srgbClr val="D8DFDA"/>
                      </a:solidFill>
                      <a:prstDash val="solid"/>
                    </a:lnL>
                    <a:lnR w="9525">
                      <a:solidFill>
                        <a:srgbClr val="D8DFDA"/>
                      </a:solidFill>
                      <a:prstDash val="solid"/>
                    </a:lnR>
                    <a:lnB w="9525">
                      <a:solidFill>
                        <a:srgbClr val="D8DFDA"/>
                      </a:solidFill>
                      <a:prstDash val="solid"/>
                    </a:lnB>
                    <a:solidFill>
                      <a:srgbClr val="F5F4EF"/>
                    </a:solidFill>
                  </a:tcPr>
                </a:tc>
                <a:tc>
                  <a:txBody>
                    <a:bodyPr/>
                    <a:lstStyle/>
                    <a:p>
                      <a:r>
                        <a:rPr sz="1875" b="0">
                          <a:solidFill>
                            <a:srgbClr val="183C36"/>
                          </a:solidFill>
                          <a:latin typeface="Arial"/>
                          <a:ea typeface="Arial"/>
                          <a:cs typeface="Arial"/>
                        </a:rPr>
                        <a:t>ViewModel ile durum koruma</a:t>
                      </a:r>
                    </a:p>
                  </a:txBody>
                  <a:tcPr marL="91440" marR="91440" marT="45720" marB="45720">
                    <a:lnR w="9525">
                      <a:solidFill>
                        <a:srgbClr val="D8DFDA"/>
                      </a:solidFill>
                      <a:prstDash val="solid"/>
                    </a:lnR>
                    <a:lnB w="9525">
                      <a:solidFill>
                        <a:srgbClr val="D8DFDA"/>
                      </a:solidFill>
                      <a:prstDash val="solid"/>
                    </a:lnB>
                    <a:solidFill>
                      <a:srgbClr val="F5F4EF"/>
                    </a:solidFill>
                  </a:tcPr>
                </a:tc>
                <a:tc>
                  <a:txBody>
                    <a:bodyPr/>
                    <a:lstStyle/>
                    <a:p>
                      <a:r>
                        <a:rPr sz="1875" b="0">
                          <a:solidFill>
                            <a:srgbClr val="183C36"/>
                          </a:solidFill>
                          <a:latin typeface="Arial"/>
                          <a:ea typeface="Arial"/>
                          <a:cs typeface="Arial"/>
                        </a:rPr>
                        <a:t>Ekran döndürmede notların korunması</a:t>
                      </a:r>
                    </a:p>
                  </a:txBody>
                  <a:tcPr marL="91440" marR="91440" marT="45720" marB="45720">
                    <a:lnR w="9525">
                      <a:solidFill>
                        <a:srgbClr val="D8DFDA"/>
                      </a:solidFill>
                      <a:prstDash val="solid"/>
                    </a:lnR>
                    <a:lnB w="9525">
                      <a:solidFill>
                        <a:srgbClr val="D8DFDA"/>
                      </a:solidFill>
                      <a:prstDash val="solid"/>
                    </a:lnB>
                    <a:solidFill>
                      <a:srgbClr val="F5F4EF"/>
                    </a:solidFill>
                  </a:tcPr>
                </a:tc>
              </a:tr>
              <a:tr h="593271">
                <a:tc>
                  <a:txBody>
                    <a:bodyPr/>
                    <a:lstStyle/>
                    <a:p>
                      <a:r>
                        <a:rPr sz="1875" b="0">
                          <a:solidFill>
                            <a:srgbClr val="183C36"/>
                          </a:solidFill>
                          <a:latin typeface="Arial"/>
                          <a:ea typeface="Arial"/>
                          <a:cs typeface="Arial"/>
                        </a:rPr>
                        <a:t>6</a:t>
                      </a:r>
                    </a:p>
                  </a:txBody>
                  <a:tcPr marL="91440" marR="91440" marT="45720" marB="45720">
                    <a:lnL w="9525">
                      <a:solidFill>
                        <a:srgbClr val="D8DFDA"/>
                      </a:solidFill>
                      <a:prstDash val="solid"/>
                    </a:lnL>
                    <a:lnR w="9525">
                      <a:solidFill>
                        <a:srgbClr val="D8DFDA"/>
                      </a:solidFill>
                      <a:prstDash val="solid"/>
                    </a:lnR>
                    <a:lnB w="9525">
                      <a:solidFill>
                        <a:srgbClr val="D8DFDA"/>
                      </a:solidFill>
                      <a:prstDash val="solid"/>
                    </a:lnB>
                    <a:solidFill>
                      <a:srgbClr val="EBEFEA"/>
                    </a:solidFill>
                  </a:tcPr>
                </a:tc>
                <a:tc>
                  <a:txBody>
                    <a:bodyPr/>
                    <a:lstStyle/>
                    <a:p>
                      <a:r>
                        <a:rPr sz="1875" b="0">
                          <a:solidFill>
                            <a:srgbClr val="183C36"/>
                          </a:solidFill>
                          <a:latin typeface="Arial"/>
                          <a:ea typeface="Arial"/>
                          <a:cs typeface="Arial"/>
                        </a:rPr>
                        <a:t>Fragment ile liste ve ayrıntı</a:t>
                      </a:r>
                    </a:p>
                  </a:txBody>
                  <a:tcPr marL="91440" marR="91440" marT="45720" marB="45720">
                    <a:lnR w="9525">
                      <a:solidFill>
                        <a:srgbClr val="D8DFDA"/>
                      </a:solidFill>
                      <a:prstDash val="solid"/>
                    </a:lnR>
                    <a:lnB w="9525">
                      <a:solidFill>
                        <a:srgbClr val="D8DFDA"/>
                      </a:solidFill>
                      <a:prstDash val="solid"/>
                    </a:lnB>
                    <a:solidFill>
                      <a:srgbClr val="EBEFEA"/>
                    </a:solidFill>
                  </a:tcPr>
                </a:tc>
                <a:tc>
                  <a:txBody>
                    <a:bodyPr/>
                    <a:lstStyle/>
                    <a:p>
                      <a:r>
                        <a:rPr sz="1875" b="0">
                          <a:solidFill>
                            <a:srgbClr val="183C36"/>
                          </a:solidFill>
                          <a:latin typeface="Arial"/>
                          <a:ea typeface="Arial"/>
                          <a:cs typeface="Arial"/>
                        </a:rPr>
                        <a:t>Tek Activity içinde iki ekran</a:t>
                      </a:r>
                    </a:p>
                  </a:txBody>
                  <a:tcPr marL="91440" marR="91440" marT="45720" marB="45720">
                    <a:lnR w="9525">
                      <a:solidFill>
                        <a:srgbClr val="D8DFDA"/>
                      </a:solidFill>
                      <a:prstDash val="solid"/>
                    </a:lnR>
                    <a:lnB w="9525">
                      <a:solidFill>
                        <a:srgbClr val="D8DFDA"/>
                      </a:solidFill>
                      <a:prstDash val="solid"/>
                    </a:lnB>
                    <a:solidFill>
                      <a:srgbClr val="EBEFEA"/>
                    </a:solidFill>
                  </a:tcPr>
                </a:tc>
              </a:tr>
            </a:tbl>
          </a:graphicData>
        </a:graphic>
      </p:graphicFrame>
    </p:spTree>
    <p:extLst>
      <p:ext uri="{BB962C8B-B14F-4D97-AF65-F5344CB8AC3E}">
        <p14:creationId xmlns:p14="http://schemas.microsoft.com/office/powerpoint/2010/main" val="1229893823"/>
      </p:ext>
    </p:extLst>
  </p:cSld>
</p:sld>
</file>

<file path=ppt/slides/slide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7" name="Ortak başlangıç ve kapsam">
            <a:extLst xmlns:a="http://schemas.openxmlformats.org/drawingml/2006/main">
              <a:ext uri="{FF2B5EF4-FFF2-40B4-BE49-F238E27FC236}">
                <a16:creationId xmlns:a16="http://schemas.microsoft.com/office/drawing/2014/main" id="{EF158D2A-4156-4746-A25F-C1E9245D81AD}"/>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Ortak başlangıç ve kapsam</a:t>
            </a:r>
          </a:p>
        </p:txBody>
      </p:sp>
      <p:sp>
        <p:nvSpPr>
          <p:cNvPr id="2" name="03">
            <a:extLst xmlns:a="http://schemas.openxmlformats.org/drawingml/2006/main">
              <a:ext uri="{FF2B5EF4-FFF2-40B4-BE49-F238E27FC236}">
                <a16:creationId xmlns:a16="http://schemas.microsoft.com/office/drawing/2014/main" id="{CE19A30C-D516-4881-8EAD-108A0B3937CD}"/>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03</a:t>
            </a:r>
          </a:p>
        </p:txBody>
      </p:sp>
      <p:sp>
        <p:nvSpPr>
          <p:cNvPr id="3" name="1.  Başlangıç: önceki paketteki 09_tum_o">
            <a:extLst xmlns:a="http://schemas.openxmlformats.org/drawingml/2006/main">
              <a:ext uri="{FF2B5EF4-FFF2-40B4-BE49-F238E27FC236}">
                <a16:creationId xmlns:a16="http://schemas.microsoft.com/office/drawing/2014/main" id="{03D4CF1B-3FEB-45FC-B115-79F766EB34C8}"/>
              </a:ext>
            </a:extLst>
          </p:cNvPr>
          <p:cNvSpPr>
            <a:spLocks xmlns:a="http://schemas.openxmlformats.org/drawingml/2006/main" noGrp="1"/>
          </p:cNvSpPr>
          <p:nvPr/>
        </p:nvSpPr>
        <p:spPr>
          <a:xfrm xmlns:a="http://schemas.openxmlformats.org/drawingml/2006/main">
            <a:off x="609600" y="19240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buNone/>
              <a:defRPr sz="2100" b="0">
                <a:solidFill>
                  <a:srgbClr val="183C36"/>
                </a:solidFill>
                <a:latin typeface="Arial"/>
                <a:ea typeface="Arial"/>
                <a:cs typeface="Arial"/>
              </a:defRPr>
            </a:lvl1pPr>
            <a:lvl2pPr>
              <a:buNone/>
              <a:defRPr sz="2100" b="0">
                <a:solidFill>
                  <a:srgbClr val="183C36"/>
                </a:solidFill>
                <a:latin typeface="Arial"/>
                <a:ea typeface="Arial"/>
                <a:cs typeface="Arial"/>
              </a:defRPr>
            </a:lvl2pPr>
            <a:lvl3pPr>
              <a:buNone/>
              <a:defRPr sz="2100" b="0">
                <a:solidFill>
                  <a:srgbClr val="183C36"/>
                </a:solidFill>
                <a:latin typeface="Arial"/>
                <a:ea typeface="Arial"/>
                <a:cs typeface="Arial"/>
              </a:defRPr>
            </a:lvl3pPr>
            <a:lvl4pPr>
              <a:buNone/>
              <a:defRPr sz="2100" b="0">
                <a:solidFill>
                  <a:srgbClr val="183C36"/>
                </a:solidFill>
                <a:latin typeface="Arial"/>
                <a:ea typeface="Arial"/>
                <a:cs typeface="Arial"/>
              </a:defRPr>
            </a:lvl4pPr>
            <a:lvl5pPr>
              <a:buNone/>
              <a:defRPr sz="2100" b="0">
                <a:solidFill>
                  <a:srgbClr val="183C36"/>
                </a:solidFill>
                <a:latin typeface="Arial"/>
                <a:ea typeface="Arial"/>
                <a:cs typeface="Arial"/>
              </a:defRPr>
            </a:lvl5pPr>
            <a:lvl6pPr>
              <a:buNone/>
              <a:defRPr sz="2100" b="0">
                <a:solidFill>
                  <a:srgbClr val="183C36"/>
                </a:solidFill>
                <a:latin typeface="Arial"/>
                <a:ea typeface="Arial"/>
                <a:cs typeface="Arial"/>
              </a:defRPr>
            </a:lvl6pPr>
            <a:lvl7pPr>
              <a:buNone/>
              <a:defRPr sz="2100" b="0">
                <a:solidFill>
                  <a:srgbClr val="183C36"/>
                </a:solidFill>
                <a:latin typeface="Arial"/>
                <a:ea typeface="Arial"/>
                <a:cs typeface="Arial"/>
              </a:defRPr>
            </a:lvl7pPr>
            <a:lvl8pPr>
              <a:buNone/>
              <a:defRPr sz="2100" b="0">
                <a:solidFill>
                  <a:srgbClr val="183C36"/>
                </a:solidFill>
                <a:latin typeface="Arial"/>
                <a:ea typeface="Arial"/>
                <a:cs typeface="Arial"/>
              </a:defRPr>
            </a:lvl8pPr>
            <a:lvl9pPr>
              <a:buNone/>
              <a:defRPr sz="2100" b="0">
                <a:solidFill>
                  <a:srgbClr val="183C36"/>
                </a:solidFill>
                <a:latin typeface="Arial"/>
                <a:ea typeface="Arial"/>
                <a:cs typeface="Arial"/>
              </a:defRPr>
            </a:lvl9pPr>
          </a:lstStyle>
          <a:p xmlns:a="http://schemas.openxmlformats.org/drawingml/2006/main">
            <a:pPr>
              <a:buNone/>
              <a:defRPr sz="2100" b="0">
                <a:solidFill>
                  <a:srgbClr val="183C36"/>
                </a:solidFill>
                <a:latin typeface="Arial"/>
                <a:ea typeface="Arial"/>
                <a:cs typeface="Arial"/>
              </a:defRPr>
            </a:pPr>
            <a:r>
              <a:rPr sz="2100" b="0">
                <a:solidFill>
                  <a:srgbClr val="183C36"/>
                </a:solidFill>
                <a:latin typeface="Arial"/>
                <a:ea typeface="Arial"/>
                <a:cs typeface="Arial"/>
              </a:rPr>
              <a:t>1.  Başlangıç: önceki paketteki 09_tum_ozellikler uygulaması.</a:t>
            </a:r>
          </a:p>
        </p:txBody>
      </p:sp>
      <p:sp>
        <p:nvSpPr>
          <p:cNvPr id="4" name="2.  Kotlin, XML, ViewBinding ve Recycler">
            <a:extLst xmlns:a="http://schemas.openxmlformats.org/drawingml/2006/main">
              <a:ext uri="{FF2B5EF4-FFF2-40B4-BE49-F238E27FC236}">
                <a16:creationId xmlns:a16="http://schemas.microsoft.com/office/drawing/2014/main" id="{2E0C8C82-EF90-49FC-86E2-702CE0B47628}"/>
              </a:ext>
            </a:extLst>
          </p:cNvPr>
          <p:cNvSpPr>
            <a:spLocks xmlns:a="http://schemas.openxmlformats.org/drawingml/2006/main" noGrp="1"/>
          </p:cNvSpPr>
          <p:nvPr/>
        </p:nvSpPr>
        <p:spPr>
          <a:xfrm xmlns:a="http://schemas.openxmlformats.org/drawingml/2006/main">
            <a:off x="609600" y="28003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buNone/>
              <a:defRPr sz="2100" b="0">
                <a:solidFill>
                  <a:srgbClr val="183C36"/>
                </a:solidFill>
                <a:latin typeface="Arial"/>
                <a:ea typeface="Arial"/>
                <a:cs typeface="Arial"/>
              </a:defRPr>
            </a:lvl1pPr>
            <a:lvl2pPr>
              <a:buNone/>
              <a:defRPr sz="2100" b="0">
                <a:solidFill>
                  <a:srgbClr val="183C36"/>
                </a:solidFill>
                <a:latin typeface="Arial"/>
                <a:ea typeface="Arial"/>
                <a:cs typeface="Arial"/>
              </a:defRPr>
            </a:lvl2pPr>
            <a:lvl3pPr>
              <a:buNone/>
              <a:defRPr sz="2100" b="0">
                <a:solidFill>
                  <a:srgbClr val="183C36"/>
                </a:solidFill>
                <a:latin typeface="Arial"/>
                <a:ea typeface="Arial"/>
                <a:cs typeface="Arial"/>
              </a:defRPr>
            </a:lvl3pPr>
            <a:lvl4pPr>
              <a:buNone/>
              <a:defRPr sz="2100" b="0">
                <a:solidFill>
                  <a:srgbClr val="183C36"/>
                </a:solidFill>
                <a:latin typeface="Arial"/>
                <a:ea typeface="Arial"/>
                <a:cs typeface="Arial"/>
              </a:defRPr>
            </a:lvl4pPr>
            <a:lvl5pPr>
              <a:buNone/>
              <a:defRPr sz="2100" b="0">
                <a:solidFill>
                  <a:srgbClr val="183C36"/>
                </a:solidFill>
                <a:latin typeface="Arial"/>
                <a:ea typeface="Arial"/>
                <a:cs typeface="Arial"/>
              </a:defRPr>
            </a:lvl5pPr>
            <a:lvl6pPr>
              <a:buNone/>
              <a:defRPr sz="2100" b="0">
                <a:solidFill>
                  <a:srgbClr val="183C36"/>
                </a:solidFill>
                <a:latin typeface="Arial"/>
                <a:ea typeface="Arial"/>
                <a:cs typeface="Arial"/>
              </a:defRPr>
            </a:lvl6pPr>
            <a:lvl7pPr>
              <a:buNone/>
              <a:defRPr sz="2100" b="0">
                <a:solidFill>
                  <a:srgbClr val="183C36"/>
                </a:solidFill>
                <a:latin typeface="Arial"/>
                <a:ea typeface="Arial"/>
                <a:cs typeface="Arial"/>
              </a:defRPr>
            </a:lvl7pPr>
            <a:lvl8pPr>
              <a:buNone/>
              <a:defRPr sz="2100" b="0">
                <a:solidFill>
                  <a:srgbClr val="183C36"/>
                </a:solidFill>
                <a:latin typeface="Arial"/>
                <a:ea typeface="Arial"/>
                <a:cs typeface="Arial"/>
              </a:defRPr>
            </a:lvl8pPr>
            <a:lvl9pPr>
              <a:buNone/>
              <a:defRPr sz="2100" b="0">
                <a:solidFill>
                  <a:srgbClr val="183C36"/>
                </a:solidFill>
                <a:latin typeface="Arial"/>
                <a:ea typeface="Arial"/>
                <a:cs typeface="Arial"/>
              </a:defRPr>
            </a:lvl9pPr>
          </a:lstStyle>
          <a:p xmlns:a="http://schemas.openxmlformats.org/drawingml/2006/main">
            <a:pPr>
              <a:buNone/>
              <a:defRPr sz="2100" b="0">
                <a:solidFill>
                  <a:srgbClr val="183C36"/>
                </a:solidFill>
                <a:latin typeface="Arial"/>
                <a:ea typeface="Arial"/>
                <a:cs typeface="Arial"/>
              </a:defRPr>
            </a:pPr>
            <a:r>
              <a:rPr sz="2100" b="0">
                <a:solidFill>
                  <a:srgbClr val="183C36"/>
                </a:solidFill>
                <a:latin typeface="Arial"/>
                <a:ea typeface="Arial"/>
                <a:cs typeface="Arial"/>
              </a:rPr>
              <a:t>2.  Kotlin, XML, ViewBinding ve RecyclerView yapısı sürer.</a:t>
            </a:r>
          </a:p>
        </p:txBody>
      </p:sp>
      <p:sp>
        <p:nvSpPr>
          <p:cNvPr id="5" name="3.  Her grup kendi proje kopyasında çalı">
            <a:extLst xmlns:a="http://schemas.openxmlformats.org/drawingml/2006/main">
              <a:ext uri="{FF2B5EF4-FFF2-40B4-BE49-F238E27FC236}">
                <a16:creationId xmlns:a16="http://schemas.microsoft.com/office/drawing/2014/main" id="{464479F1-F963-4AB0-A34E-05DC547DCC10}"/>
              </a:ext>
            </a:extLst>
          </p:cNvPr>
          <p:cNvSpPr>
            <a:spLocks xmlns:a="http://schemas.openxmlformats.org/drawingml/2006/main" noGrp="1"/>
          </p:cNvSpPr>
          <p:nvPr/>
        </p:nvSpPr>
        <p:spPr>
          <a:xfrm xmlns:a="http://schemas.openxmlformats.org/drawingml/2006/main">
            <a:off x="609600" y="36766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buNone/>
              <a:defRPr sz="2100" b="0">
                <a:solidFill>
                  <a:srgbClr val="183C36"/>
                </a:solidFill>
                <a:latin typeface="Arial"/>
                <a:ea typeface="Arial"/>
                <a:cs typeface="Arial"/>
              </a:defRPr>
            </a:lvl1pPr>
            <a:lvl2pPr>
              <a:buNone/>
              <a:defRPr sz="2100" b="0">
                <a:solidFill>
                  <a:srgbClr val="183C36"/>
                </a:solidFill>
                <a:latin typeface="Arial"/>
                <a:ea typeface="Arial"/>
                <a:cs typeface="Arial"/>
              </a:defRPr>
            </a:lvl2pPr>
            <a:lvl3pPr>
              <a:buNone/>
              <a:defRPr sz="2100" b="0">
                <a:solidFill>
                  <a:srgbClr val="183C36"/>
                </a:solidFill>
                <a:latin typeface="Arial"/>
                <a:ea typeface="Arial"/>
                <a:cs typeface="Arial"/>
              </a:defRPr>
            </a:lvl3pPr>
            <a:lvl4pPr>
              <a:buNone/>
              <a:defRPr sz="2100" b="0">
                <a:solidFill>
                  <a:srgbClr val="183C36"/>
                </a:solidFill>
                <a:latin typeface="Arial"/>
                <a:ea typeface="Arial"/>
                <a:cs typeface="Arial"/>
              </a:defRPr>
            </a:lvl4pPr>
            <a:lvl5pPr>
              <a:buNone/>
              <a:defRPr sz="2100" b="0">
                <a:solidFill>
                  <a:srgbClr val="183C36"/>
                </a:solidFill>
                <a:latin typeface="Arial"/>
                <a:ea typeface="Arial"/>
                <a:cs typeface="Arial"/>
              </a:defRPr>
            </a:lvl5pPr>
            <a:lvl6pPr>
              <a:buNone/>
              <a:defRPr sz="2100" b="0">
                <a:solidFill>
                  <a:srgbClr val="183C36"/>
                </a:solidFill>
                <a:latin typeface="Arial"/>
                <a:ea typeface="Arial"/>
                <a:cs typeface="Arial"/>
              </a:defRPr>
            </a:lvl6pPr>
            <a:lvl7pPr>
              <a:buNone/>
              <a:defRPr sz="2100" b="0">
                <a:solidFill>
                  <a:srgbClr val="183C36"/>
                </a:solidFill>
                <a:latin typeface="Arial"/>
                <a:ea typeface="Arial"/>
                <a:cs typeface="Arial"/>
              </a:defRPr>
            </a:lvl7pPr>
            <a:lvl8pPr>
              <a:buNone/>
              <a:defRPr sz="2100" b="0">
                <a:solidFill>
                  <a:srgbClr val="183C36"/>
                </a:solidFill>
                <a:latin typeface="Arial"/>
                <a:ea typeface="Arial"/>
                <a:cs typeface="Arial"/>
              </a:defRPr>
            </a:lvl8pPr>
            <a:lvl9pPr>
              <a:buNone/>
              <a:defRPr sz="2100" b="0">
                <a:solidFill>
                  <a:srgbClr val="183C36"/>
                </a:solidFill>
                <a:latin typeface="Arial"/>
                <a:ea typeface="Arial"/>
                <a:cs typeface="Arial"/>
              </a:defRPr>
            </a:lvl9pPr>
          </a:lstStyle>
          <a:p xmlns:a="http://schemas.openxmlformats.org/drawingml/2006/main">
            <a:pPr>
              <a:buNone/>
              <a:defRPr sz="2100" b="0">
                <a:solidFill>
                  <a:srgbClr val="183C36"/>
                </a:solidFill>
                <a:latin typeface="Arial"/>
                <a:ea typeface="Arial"/>
                <a:cs typeface="Arial"/>
              </a:defRPr>
            </a:pPr>
            <a:r>
              <a:rPr sz="2100" b="0">
                <a:solidFill>
                  <a:srgbClr val="183C36"/>
                </a:solidFill>
                <a:latin typeface="Arial"/>
                <a:ea typeface="Arial"/>
                <a:cs typeface="Arial"/>
              </a:rPr>
              <a:t>3.  Her grup kendi proje kopyasında çalışır. Kimlikler ve eski özellikler korunur.</a:t>
            </a:r>
          </a:p>
        </p:txBody>
      </p:sp>
      <p:sp>
        <p:nvSpPr>
          <p:cNvPr id="6" name="4.  Veriler bellekte kalır. Veri tabanı,">
            <a:extLst xmlns:a="http://schemas.openxmlformats.org/drawingml/2006/main">
              <a:ext uri="{FF2B5EF4-FFF2-40B4-BE49-F238E27FC236}">
                <a16:creationId xmlns:a16="http://schemas.microsoft.com/office/drawing/2014/main" id="{1A8D1A95-12F4-427C-ABEF-171592A578CF}"/>
              </a:ext>
            </a:extLst>
          </p:cNvPr>
          <p:cNvSpPr>
            <a:spLocks xmlns:a="http://schemas.openxmlformats.org/drawingml/2006/main" noGrp="1"/>
          </p:cNvSpPr>
          <p:nvPr/>
        </p:nvSpPr>
        <p:spPr>
          <a:xfrm xmlns:a="http://schemas.openxmlformats.org/drawingml/2006/main">
            <a:off x="609600" y="45529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buNone/>
              <a:defRPr sz="2100" b="0">
                <a:solidFill>
                  <a:srgbClr val="183C36"/>
                </a:solidFill>
                <a:latin typeface="Arial"/>
                <a:ea typeface="Arial"/>
                <a:cs typeface="Arial"/>
              </a:defRPr>
            </a:lvl1pPr>
            <a:lvl2pPr>
              <a:buNone/>
              <a:defRPr sz="2100" b="0">
                <a:solidFill>
                  <a:srgbClr val="183C36"/>
                </a:solidFill>
                <a:latin typeface="Arial"/>
                <a:ea typeface="Arial"/>
                <a:cs typeface="Arial"/>
              </a:defRPr>
            </a:lvl2pPr>
            <a:lvl3pPr>
              <a:buNone/>
              <a:defRPr sz="2100" b="0">
                <a:solidFill>
                  <a:srgbClr val="183C36"/>
                </a:solidFill>
                <a:latin typeface="Arial"/>
                <a:ea typeface="Arial"/>
                <a:cs typeface="Arial"/>
              </a:defRPr>
            </a:lvl3pPr>
            <a:lvl4pPr>
              <a:buNone/>
              <a:defRPr sz="2100" b="0">
                <a:solidFill>
                  <a:srgbClr val="183C36"/>
                </a:solidFill>
                <a:latin typeface="Arial"/>
                <a:ea typeface="Arial"/>
                <a:cs typeface="Arial"/>
              </a:defRPr>
            </a:lvl4pPr>
            <a:lvl5pPr>
              <a:buNone/>
              <a:defRPr sz="2100" b="0">
                <a:solidFill>
                  <a:srgbClr val="183C36"/>
                </a:solidFill>
                <a:latin typeface="Arial"/>
                <a:ea typeface="Arial"/>
                <a:cs typeface="Arial"/>
              </a:defRPr>
            </a:lvl5pPr>
            <a:lvl6pPr>
              <a:buNone/>
              <a:defRPr sz="2100" b="0">
                <a:solidFill>
                  <a:srgbClr val="183C36"/>
                </a:solidFill>
                <a:latin typeface="Arial"/>
                <a:ea typeface="Arial"/>
                <a:cs typeface="Arial"/>
              </a:defRPr>
            </a:lvl6pPr>
            <a:lvl7pPr>
              <a:buNone/>
              <a:defRPr sz="2100" b="0">
                <a:solidFill>
                  <a:srgbClr val="183C36"/>
                </a:solidFill>
                <a:latin typeface="Arial"/>
                <a:ea typeface="Arial"/>
                <a:cs typeface="Arial"/>
              </a:defRPr>
            </a:lvl7pPr>
            <a:lvl8pPr>
              <a:buNone/>
              <a:defRPr sz="2100" b="0">
                <a:solidFill>
                  <a:srgbClr val="183C36"/>
                </a:solidFill>
                <a:latin typeface="Arial"/>
                <a:ea typeface="Arial"/>
                <a:cs typeface="Arial"/>
              </a:defRPr>
            </a:lvl8pPr>
            <a:lvl9pPr>
              <a:buNone/>
              <a:defRPr sz="2100" b="0">
                <a:solidFill>
                  <a:srgbClr val="183C36"/>
                </a:solidFill>
                <a:latin typeface="Arial"/>
                <a:ea typeface="Arial"/>
                <a:cs typeface="Arial"/>
              </a:defRPr>
            </a:lvl9pPr>
          </a:lstStyle>
          <a:p xmlns:a="http://schemas.openxmlformats.org/drawingml/2006/main">
            <a:pPr>
              <a:buNone/>
              <a:defRPr sz="2100" b="0">
                <a:solidFill>
                  <a:srgbClr val="183C36"/>
                </a:solidFill>
                <a:latin typeface="Arial"/>
                <a:ea typeface="Arial"/>
                <a:cs typeface="Arial"/>
              </a:defRPr>
            </a:pPr>
            <a:r>
              <a:rPr sz="2100" b="0">
                <a:solidFill>
                  <a:srgbClr val="183C36"/>
                </a:solidFill>
                <a:latin typeface="Arial"/>
                <a:ea typeface="Arial"/>
                <a:cs typeface="Arial"/>
              </a:rPr>
              <a:t>4.  Veriler bellekte kalır. Veri tabanı, dosyaya kayıt ve API bu etkinliğe dahil değildir.</a:t>
            </a:r>
          </a:p>
        </p:txBody>
      </p:sp>
    </p:spTree>
    <p:extLst>
      <p:ext uri="{BB962C8B-B14F-4D97-AF65-F5344CB8AC3E}">
        <p14:creationId xmlns:p14="http://schemas.microsoft.com/office/powerpoint/2010/main" val="1896247050"/>
      </p:ext>
    </p:extLst>
  </p:cSld>
</p:sld>
</file>

<file path=ppt/slides/slide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7" name="Hazırlık ve çalışma sırası">
            <a:extLst xmlns:a="http://schemas.openxmlformats.org/drawingml/2006/main">
              <a:ext uri="{FF2B5EF4-FFF2-40B4-BE49-F238E27FC236}">
                <a16:creationId xmlns:a16="http://schemas.microsoft.com/office/drawing/2014/main" id="{7B5F7278-101E-439F-B764-8F0FAD805786}"/>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Hazırlık ve çalışma sırası</a:t>
            </a:r>
          </a:p>
        </p:txBody>
      </p:sp>
      <p:sp>
        <p:nvSpPr>
          <p:cNvPr id="2" name="04">
            <a:extLst xmlns:a="http://schemas.openxmlformats.org/drawingml/2006/main">
              <a:ext uri="{FF2B5EF4-FFF2-40B4-BE49-F238E27FC236}">
                <a16:creationId xmlns:a16="http://schemas.microsoft.com/office/drawing/2014/main" id="{2E1BE91D-7CC2-4771-9287-676FA5ACA38D}"/>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04</a:t>
            </a:r>
          </a:p>
        </p:txBody>
      </p:sp>
      <p:sp>
        <p:nvSpPr>
          <p:cNvPr id="3" name="1.  Öğretmen yeni kavramı küçük örnekle ">
            <a:extLst xmlns:a="http://schemas.openxmlformats.org/drawingml/2006/main">
              <a:ext uri="{FF2B5EF4-FFF2-40B4-BE49-F238E27FC236}">
                <a16:creationId xmlns:a16="http://schemas.microsoft.com/office/drawing/2014/main" id="{E2B4B605-854D-44B5-88C9-CEC3FECC9EFD}"/>
              </a:ext>
            </a:extLst>
          </p:cNvPr>
          <p:cNvSpPr>
            <a:spLocks xmlns:a="http://schemas.openxmlformats.org/drawingml/2006/main" noGrp="1"/>
          </p:cNvSpPr>
          <p:nvPr/>
        </p:nvSpPr>
        <p:spPr>
          <a:xfrm xmlns:a="http://schemas.openxmlformats.org/drawingml/2006/main">
            <a:off x="609600" y="19240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buNone/>
              <a:defRPr sz="2100" b="0">
                <a:solidFill>
                  <a:srgbClr val="183C36"/>
                </a:solidFill>
                <a:latin typeface="Arial"/>
                <a:ea typeface="Arial"/>
                <a:cs typeface="Arial"/>
              </a:defRPr>
            </a:lvl1pPr>
            <a:lvl2pPr>
              <a:buNone/>
              <a:defRPr sz="2100" b="0">
                <a:solidFill>
                  <a:srgbClr val="183C36"/>
                </a:solidFill>
                <a:latin typeface="Arial"/>
                <a:ea typeface="Arial"/>
                <a:cs typeface="Arial"/>
              </a:defRPr>
            </a:lvl2pPr>
            <a:lvl3pPr>
              <a:buNone/>
              <a:defRPr sz="2100" b="0">
                <a:solidFill>
                  <a:srgbClr val="183C36"/>
                </a:solidFill>
                <a:latin typeface="Arial"/>
                <a:ea typeface="Arial"/>
                <a:cs typeface="Arial"/>
              </a:defRPr>
            </a:lvl3pPr>
            <a:lvl4pPr>
              <a:buNone/>
              <a:defRPr sz="2100" b="0">
                <a:solidFill>
                  <a:srgbClr val="183C36"/>
                </a:solidFill>
                <a:latin typeface="Arial"/>
                <a:ea typeface="Arial"/>
                <a:cs typeface="Arial"/>
              </a:defRPr>
            </a:lvl4pPr>
            <a:lvl5pPr>
              <a:buNone/>
              <a:defRPr sz="2100" b="0">
                <a:solidFill>
                  <a:srgbClr val="183C36"/>
                </a:solidFill>
                <a:latin typeface="Arial"/>
                <a:ea typeface="Arial"/>
                <a:cs typeface="Arial"/>
              </a:defRPr>
            </a:lvl5pPr>
            <a:lvl6pPr>
              <a:buNone/>
              <a:defRPr sz="2100" b="0">
                <a:solidFill>
                  <a:srgbClr val="183C36"/>
                </a:solidFill>
                <a:latin typeface="Arial"/>
                <a:ea typeface="Arial"/>
                <a:cs typeface="Arial"/>
              </a:defRPr>
            </a:lvl6pPr>
            <a:lvl7pPr>
              <a:buNone/>
              <a:defRPr sz="2100" b="0">
                <a:solidFill>
                  <a:srgbClr val="183C36"/>
                </a:solidFill>
                <a:latin typeface="Arial"/>
                <a:ea typeface="Arial"/>
                <a:cs typeface="Arial"/>
              </a:defRPr>
            </a:lvl7pPr>
            <a:lvl8pPr>
              <a:buNone/>
              <a:defRPr sz="2100" b="0">
                <a:solidFill>
                  <a:srgbClr val="183C36"/>
                </a:solidFill>
                <a:latin typeface="Arial"/>
                <a:ea typeface="Arial"/>
                <a:cs typeface="Arial"/>
              </a:defRPr>
            </a:lvl8pPr>
            <a:lvl9pPr>
              <a:buNone/>
              <a:defRPr sz="2100" b="0">
                <a:solidFill>
                  <a:srgbClr val="183C36"/>
                </a:solidFill>
                <a:latin typeface="Arial"/>
                <a:ea typeface="Arial"/>
                <a:cs typeface="Arial"/>
              </a:defRPr>
            </a:lvl9pPr>
          </a:lstStyle>
          <a:p xmlns:a="http://schemas.openxmlformats.org/drawingml/2006/main">
            <a:pPr>
              <a:buNone/>
              <a:defRPr sz="2100" b="0">
                <a:solidFill>
                  <a:srgbClr val="183C36"/>
                </a:solidFill>
                <a:latin typeface="Arial"/>
                <a:ea typeface="Arial"/>
                <a:cs typeface="Arial"/>
              </a:defRPr>
            </a:pPr>
            <a:r>
              <a:rPr sz="2100" b="0">
                <a:solidFill>
                  <a:srgbClr val="183C36"/>
                </a:solidFill>
                <a:latin typeface="Arial"/>
                <a:ea typeface="Arial"/>
                <a:cs typeface="Arial"/>
              </a:rPr>
              <a:t>1.  Öğretmen yeni kavramı küçük örnekle anlatır, sonra grup uygular.</a:t>
            </a:r>
          </a:p>
        </p:txBody>
      </p:sp>
      <p:sp>
        <p:nvSpPr>
          <p:cNvPr id="4" name="2.  Gruplar 1–4 için örnek veri ve alan ">
            <a:extLst xmlns:a="http://schemas.openxmlformats.org/drawingml/2006/main">
              <a:ext uri="{FF2B5EF4-FFF2-40B4-BE49-F238E27FC236}">
                <a16:creationId xmlns:a16="http://schemas.microsoft.com/office/drawing/2014/main" id="{D3C2C23A-7174-47E3-A23F-832C407C36FC}"/>
              </a:ext>
            </a:extLst>
          </p:cNvPr>
          <p:cNvSpPr>
            <a:spLocks xmlns:a="http://schemas.openxmlformats.org/drawingml/2006/main" noGrp="1"/>
          </p:cNvSpPr>
          <p:nvPr/>
        </p:nvSpPr>
        <p:spPr>
          <a:xfrm xmlns:a="http://schemas.openxmlformats.org/drawingml/2006/main">
            <a:off x="609600" y="28003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buNone/>
              <a:defRPr sz="2100" b="0">
                <a:solidFill>
                  <a:srgbClr val="183C36"/>
                </a:solidFill>
                <a:latin typeface="Arial"/>
                <a:ea typeface="Arial"/>
                <a:cs typeface="Arial"/>
              </a:defRPr>
            </a:lvl1pPr>
            <a:lvl2pPr>
              <a:buNone/>
              <a:defRPr sz="2100" b="0">
                <a:solidFill>
                  <a:srgbClr val="183C36"/>
                </a:solidFill>
                <a:latin typeface="Arial"/>
                <a:ea typeface="Arial"/>
                <a:cs typeface="Arial"/>
              </a:defRPr>
            </a:lvl2pPr>
            <a:lvl3pPr>
              <a:buNone/>
              <a:defRPr sz="2100" b="0">
                <a:solidFill>
                  <a:srgbClr val="183C36"/>
                </a:solidFill>
                <a:latin typeface="Arial"/>
                <a:ea typeface="Arial"/>
                <a:cs typeface="Arial"/>
              </a:defRPr>
            </a:lvl3pPr>
            <a:lvl4pPr>
              <a:buNone/>
              <a:defRPr sz="2100" b="0">
                <a:solidFill>
                  <a:srgbClr val="183C36"/>
                </a:solidFill>
                <a:latin typeface="Arial"/>
                <a:ea typeface="Arial"/>
                <a:cs typeface="Arial"/>
              </a:defRPr>
            </a:lvl4pPr>
            <a:lvl5pPr>
              <a:buNone/>
              <a:defRPr sz="2100" b="0">
                <a:solidFill>
                  <a:srgbClr val="183C36"/>
                </a:solidFill>
                <a:latin typeface="Arial"/>
                <a:ea typeface="Arial"/>
                <a:cs typeface="Arial"/>
              </a:defRPr>
            </a:lvl5pPr>
            <a:lvl6pPr>
              <a:buNone/>
              <a:defRPr sz="2100" b="0">
                <a:solidFill>
                  <a:srgbClr val="183C36"/>
                </a:solidFill>
                <a:latin typeface="Arial"/>
                <a:ea typeface="Arial"/>
                <a:cs typeface="Arial"/>
              </a:defRPr>
            </a:lvl6pPr>
            <a:lvl7pPr>
              <a:buNone/>
              <a:defRPr sz="2100" b="0">
                <a:solidFill>
                  <a:srgbClr val="183C36"/>
                </a:solidFill>
                <a:latin typeface="Arial"/>
                <a:ea typeface="Arial"/>
                <a:cs typeface="Arial"/>
              </a:defRPr>
            </a:lvl7pPr>
            <a:lvl8pPr>
              <a:buNone/>
              <a:defRPr sz="2100" b="0">
                <a:solidFill>
                  <a:srgbClr val="183C36"/>
                </a:solidFill>
                <a:latin typeface="Arial"/>
                <a:ea typeface="Arial"/>
                <a:cs typeface="Arial"/>
              </a:defRPr>
            </a:lvl8pPr>
            <a:lvl9pPr>
              <a:buNone/>
              <a:defRPr sz="2100" b="0">
                <a:solidFill>
                  <a:srgbClr val="183C36"/>
                </a:solidFill>
                <a:latin typeface="Arial"/>
                <a:ea typeface="Arial"/>
                <a:cs typeface="Arial"/>
              </a:defRPr>
            </a:lvl9pPr>
          </a:lstStyle>
          <a:p xmlns:a="http://schemas.openxmlformats.org/drawingml/2006/main">
            <a:pPr>
              <a:buNone/>
              <a:defRPr sz="2100" b="0">
                <a:solidFill>
                  <a:srgbClr val="183C36"/>
                </a:solidFill>
                <a:latin typeface="Arial"/>
                <a:ea typeface="Arial"/>
                <a:cs typeface="Arial"/>
              </a:defRPr>
            </a:pPr>
            <a:r>
              <a:rPr sz="2100" b="0">
                <a:solidFill>
                  <a:srgbClr val="183C36"/>
                </a:solidFill>
                <a:latin typeface="Arial"/>
                <a:ea typeface="Arial"/>
                <a:cs typeface="Arial"/>
              </a:rPr>
              <a:t>2.  Gruplar 1–4 için örnek veri ve alan adları ortak belirlenir.</a:t>
            </a:r>
          </a:p>
        </p:txBody>
      </p:sp>
      <p:sp>
        <p:nvSpPr>
          <p:cNvPr id="5" name="3.  Grup 5 için ViewModel, Grup 6 için F">
            <a:extLst xmlns:a="http://schemas.openxmlformats.org/drawingml/2006/main">
              <a:ext uri="{FF2B5EF4-FFF2-40B4-BE49-F238E27FC236}">
                <a16:creationId xmlns:a16="http://schemas.microsoft.com/office/drawing/2014/main" id="{8C01D7DD-87E4-458C-BE3B-68D21456F0D9}"/>
              </a:ext>
            </a:extLst>
          </p:cNvPr>
          <p:cNvSpPr>
            <a:spLocks xmlns:a="http://schemas.openxmlformats.org/drawingml/2006/main" noGrp="1"/>
          </p:cNvSpPr>
          <p:nvPr/>
        </p:nvSpPr>
        <p:spPr>
          <a:xfrm xmlns:a="http://schemas.openxmlformats.org/drawingml/2006/main">
            <a:off x="609600" y="36766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buNone/>
              <a:defRPr sz="2100" b="0">
                <a:solidFill>
                  <a:srgbClr val="183C36"/>
                </a:solidFill>
                <a:latin typeface="Arial"/>
                <a:ea typeface="Arial"/>
                <a:cs typeface="Arial"/>
              </a:defRPr>
            </a:lvl1pPr>
            <a:lvl2pPr>
              <a:buNone/>
              <a:defRPr sz="2100" b="0">
                <a:solidFill>
                  <a:srgbClr val="183C36"/>
                </a:solidFill>
                <a:latin typeface="Arial"/>
                <a:ea typeface="Arial"/>
                <a:cs typeface="Arial"/>
              </a:defRPr>
            </a:lvl2pPr>
            <a:lvl3pPr>
              <a:buNone/>
              <a:defRPr sz="2100" b="0">
                <a:solidFill>
                  <a:srgbClr val="183C36"/>
                </a:solidFill>
                <a:latin typeface="Arial"/>
                <a:ea typeface="Arial"/>
                <a:cs typeface="Arial"/>
              </a:defRPr>
            </a:lvl3pPr>
            <a:lvl4pPr>
              <a:buNone/>
              <a:defRPr sz="2100" b="0">
                <a:solidFill>
                  <a:srgbClr val="183C36"/>
                </a:solidFill>
                <a:latin typeface="Arial"/>
                <a:ea typeface="Arial"/>
                <a:cs typeface="Arial"/>
              </a:defRPr>
            </a:lvl4pPr>
            <a:lvl5pPr>
              <a:buNone/>
              <a:defRPr sz="2100" b="0">
                <a:solidFill>
                  <a:srgbClr val="183C36"/>
                </a:solidFill>
                <a:latin typeface="Arial"/>
                <a:ea typeface="Arial"/>
                <a:cs typeface="Arial"/>
              </a:defRPr>
            </a:lvl5pPr>
            <a:lvl6pPr>
              <a:buNone/>
              <a:defRPr sz="2100" b="0">
                <a:solidFill>
                  <a:srgbClr val="183C36"/>
                </a:solidFill>
                <a:latin typeface="Arial"/>
                <a:ea typeface="Arial"/>
                <a:cs typeface="Arial"/>
              </a:defRPr>
            </a:lvl6pPr>
            <a:lvl7pPr>
              <a:buNone/>
              <a:defRPr sz="2100" b="0">
                <a:solidFill>
                  <a:srgbClr val="183C36"/>
                </a:solidFill>
                <a:latin typeface="Arial"/>
                <a:ea typeface="Arial"/>
                <a:cs typeface="Arial"/>
              </a:defRPr>
            </a:lvl7pPr>
            <a:lvl8pPr>
              <a:buNone/>
              <a:defRPr sz="2100" b="0">
                <a:solidFill>
                  <a:srgbClr val="183C36"/>
                </a:solidFill>
                <a:latin typeface="Arial"/>
                <a:ea typeface="Arial"/>
                <a:cs typeface="Arial"/>
              </a:defRPr>
            </a:lvl8pPr>
            <a:lvl9pPr>
              <a:buNone/>
              <a:defRPr sz="2100" b="0">
                <a:solidFill>
                  <a:srgbClr val="183C36"/>
                </a:solidFill>
                <a:latin typeface="Arial"/>
                <a:ea typeface="Arial"/>
                <a:cs typeface="Arial"/>
              </a:defRPr>
            </a:lvl9pPr>
          </a:lstStyle>
          <a:p xmlns:a="http://schemas.openxmlformats.org/drawingml/2006/main">
            <a:pPr>
              <a:buNone/>
              <a:defRPr sz="2100" b="0">
                <a:solidFill>
                  <a:srgbClr val="183C36"/>
                </a:solidFill>
                <a:latin typeface="Arial"/>
                <a:ea typeface="Arial"/>
                <a:cs typeface="Arial"/>
              </a:defRPr>
            </a:pPr>
            <a:r>
              <a:rPr sz="2100" b="0">
                <a:solidFill>
                  <a:srgbClr val="183C36"/>
                </a:solidFill>
                <a:latin typeface="Arial"/>
                <a:ea typeface="Arial"/>
                <a:cs typeface="Arial"/>
              </a:rPr>
              <a:t>3.  Grup 5 için ViewModel, Grup 6 için Fragment iskeleti öğretmen desteğiyle hazırlanır.</a:t>
            </a:r>
          </a:p>
        </p:txBody>
      </p:sp>
      <p:sp>
        <p:nvSpPr>
          <p:cNvPr id="6" name="4.  Sunumlar 1’den 6’ya ilerler. Birleşt">
            <a:extLst xmlns:a="http://schemas.openxmlformats.org/drawingml/2006/main">
              <a:ext uri="{FF2B5EF4-FFF2-40B4-BE49-F238E27FC236}">
                <a16:creationId xmlns:a16="http://schemas.microsoft.com/office/drawing/2014/main" id="{08DF2E12-CE11-4DF3-819B-91341DF5E4DF}"/>
              </a:ext>
            </a:extLst>
          </p:cNvPr>
          <p:cNvSpPr>
            <a:spLocks xmlns:a="http://schemas.openxmlformats.org/drawingml/2006/main" noGrp="1"/>
          </p:cNvSpPr>
          <p:nvPr/>
        </p:nvSpPr>
        <p:spPr>
          <a:xfrm xmlns:a="http://schemas.openxmlformats.org/drawingml/2006/main">
            <a:off x="609600" y="45529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buNone/>
              <a:defRPr sz="2100" b="0">
                <a:solidFill>
                  <a:srgbClr val="183C36"/>
                </a:solidFill>
                <a:latin typeface="Arial"/>
                <a:ea typeface="Arial"/>
                <a:cs typeface="Arial"/>
              </a:defRPr>
            </a:lvl1pPr>
            <a:lvl2pPr>
              <a:buNone/>
              <a:defRPr sz="2100" b="0">
                <a:solidFill>
                  <a:srgbClr val="183C36"/>
                </a:solidFill>
                <a:latin typeface="Arial"/>
                <a:ea typeface="Arial"/>
                <a:cs typeface="Arial"/>
              </a:defRPr>
            </a:lvl2pPr>
            <a:lvl3pPr>
              <a:buNone/>
              <a:defRPr sz="2100" b="0">
                <a:solidFill>
                  <a:srgbClr val="183C36"/>
                </a:solidFill>
                <a:latin typeface="Arial"/>
                <a:ea typeface="Arial"/>
                <a:cs typeface="Arial"/>
              </a:defRPr>
            </a:lvl3pPr>
            <a:lvl4pPr>
              <a:buNone/>
              <a:defRPr sz="2100" b="0">
                <a:solidFill>
                  <a:srgbClr val="183C36"/>
                </a:solidFill>
                <a:latin typeface="Arial"/>
                <a:ea typeface="Arial"/>
                <a:cs typeface="Arial"/>
              </a:defRPr>
            </a:lvl4pPr>
            <a:lvl5pPr>
              <a:buNone/>
              <a:defRPr sz="2100" b="0">
                <a:solidFill>
                  <a:srgbClr val="183C36"/>
                </a:solidFill>
                <a:latin typeface="Arial"/>
                <a:ea typeface="Arial"/>
                <a:cs typeface="Arial"/>
              </a:defRPr>
            </a:lvl5pPr>
            <a:lvl6pPr>
              <a:buNone/>
              <a:defRPr sz="2100" b="0">
                <a:solidFill>
                  <a:srgbClr val="183C36"/>
                </a:solidFill>
                <a:latin typeface="Arial"/>
                <a:ea typeface="Arial"/>
                <a:cs typeface="Arial"/>
              </a:defRPr>
            </a:lvl6pPr>
            <a:lvl7pPr>
              <a:buNone/>
              <a:defRPr sz="2100" b="0">
                <a:solidFill>
                  <a:srgbClr val="183C36"/>
                </a:solidFill>
                <a:latin typeface="Arial"/>
                <a:ea typeface="Arial"/>
                <a:cs typeface="Arial"/>
              </a:defRPr>
            </a:lvl7pPr>
            <a:lvl8pPr>
              <a:buNone/>
              <a:defRPr sz="2100" b="0">
                <a:solidFill>
                  <a:srgbClr val="183C36"/>
                </a:solidFill>
                <a:latin typeface="Arial"/>
                <a:ea typeface="Arial"/>
                <a:cs typeface="Arial"/>
              </a:defRPr>
            </a:lvl8pPr>
            <a:lvl9pPr>
              <a:buNone/>
              <a:defRPr sz="2100" b="0">
                <a:solidFill>
                  <a:srgbClr val="183C36"/>
                </a:solidFill>
                <a:latin typeface="Arial"/>
                <a:ea typeface="Arial"/>
                <a:cs typeface="Arial"/>
              </a:defRPr>
            </a:lvl9pPr>
          </a:lstStyle>
          <a:p xmlns:a="http://schemas.openxmlformats.org/drawingml/2006/main">
            <a:pPr>
              <a:buNone/>
              <a:defRPr sz="2100" b="0">
                <a:solidFill>
                  <a:srgbClr val="183C36"/>
                </a:solidFill>
                <a:latin typeface="Arial"/>
                <a:ea typeface="Arial"/>
                <a:cs typeface="Arial"/>
              </a:defRPr>
            </a:pPr>
            <a:r>
              <a:rPr sz="2100" b="0">
                <a:solidFill>
                  <a:srgbClr val="183C36"/>
                </a:solidFill>
                <a:latin typeface="Arial"/>
                <a:ea typeface="Arial"/>
                <a:cs typeface="Arial"/>
              </a:rPr>
              <a:t>4.  Sunumlar 1’den 6’ya ilerler. Birleştirme her aşamanın kontrollerinden sonra yapılır.</a:t>
            </a:r>
          </a:p>
        </p:txBody>
      </p:sp>
    </p:spTree>
    <p:extLst>
      <p:ext uri="{BB962C8B-B14F-4D97-AF65-F5344CB8AC3E}">
        <p14:creationId xmlns:p14="http://schemas.microsoft.com/office/powerpoint/2010/main" val="1392039124"/>
      </p:ext>
    </p:extLst>
  </p:cSld>
</p:sld>
</file>

<file path=ppt/slides/slide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GRUP 1 / KISA KAVRAM NOTLARI">
            <a:extLst xmlns:a="http://schemas.openxmlformats.org/drawingml/2006/main">
              <a:ext uri="{FF2B5EF4-FFF2-40B4-BE49-F238E27FC236}">
                <a16:creationId xmlns:a16="http://schemas.microsoft.com/office/drawing/2014/main" id="{3DE9025A-2B56-4522-B042-56CA3CC5308C}"/>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146B61"/>
                </a:solidFill>
                <a:latin typeface="Arial"/>
                <a:ea typeface="Arial"/>
                <a:cs typeface="Arial"/>
              </a:defRPr>
            </a:defPPr>
            <a:lvl1pPr>
              <a:defRPr sz="1425" b="1">
                <a:solidFill>
                  <a:srgbClr val="146B61"/>
                </a:solidFill>
                <a:latin typeface="Arial"/>
                <a:ea typeface="Arial"/>
                <a:cs typeface="Arial"/>
              </a:defRPr>
            </a:lvl1pPr>
            <a:lvl2pPr>
              <a:defRPr sz="1425" b="1">
                <a:solidFill>
                  <a:srgbClr val="146B61"/>
                </a:solidFill>
                <a:latin typeface="Arial"/>
                <a:ea typeface="Arial"/>
                <a:cs typeface="Arial"/>
              </a:defRPr>
            </a:lvl2pPr>
            <a:lvl3pPr>
              <a:defRPr sz="1425" b="1">
                <a:solidFill>
                  <a:srgbClr val="146B61"/>
                </a:solidFill>
                <a:latin typeface="Arial"/>
                <a:ea typeface="Arial"/>
                <a:cs typeface="Arial"/>
              </a:defRPr>
            </a:lvl3pPr>
            <a:lvl4pPr>
              <a:defRPr sz="1425" b="1">
                <a:solidFill>
                  <a:srgbClr val="146B61"/>
                </a:solidFill>
                <a:latin typeface="Arial"/>
                <a:ea typeface="Arial"/>
                <a:cs typeface="Arial"/>
              </a:defRPr>
            </a:lvl4pPr>
            <a:lvl5pPr>
              <a:defRPr sz="1425" b="1">
                <a:solidFill>
                  <a:srgbClr val="146B61"/>
                </a:solidFill>
                <a:latin typeface="Arial"/>
                <a:ea typeface="Arial"/>
                <a:cs typeface="Arial"/>
              </a:defRPr>
            </a:lvl5pPr>
            <a:lvl6pPr>
              <a:defRPr sz="1425" b="1">
                <a:solidFill>
                  <a:srgbClr val="146B61"/>
                </a:solidFill>
                <a:latin typeface="Arial"/>
                <a:ea typeface="Arial"/>
                <a:cs typeface="Arial"/>
              </a:defRPr>
            </a:lvl6pPr>
            <a:lvl7pPr>
              <a:defRPr sz="1425" b="1">
                <a:solidFill>
                  <a:srgbClr val="146B61"/>
                </a:solidFill>
                <a:latin typeface="Arial"/>
                <a:ea typeface="Arial"/>
                <a:cs typeface="Arial"/>
              </a:defRPr>
            </a:lvl7pPr>
            <a:lvl8pPr>
              <a:defRPr sz="1425" b="1">
                <a:solidFill>
                  <a:srgbClr val="146B61"/>
                </a:solidFill>
                <a:latin typeface="Arial"/>
                <a:ea typeface="Arial"/>
                <a:cs typeface="Arial"/>
              </a:defRPr>
            </a:lvl8pPr>
            <a:lvl9pPr>
              <a:defRPr sz="1425" b="1">
                <a:solidFill>
                  <a:srgbClr val="146B61"/>
                </a:solidFill>
                <a:latin typeface="Arial"/>
                <a:ea typeface="Arial"/>
                <a:cs typeface="Arial"/>
              </a:defRPr>
            </a:lvl9pPr>
          </a:lstStyle>
          <a:p xmlns:a="http://schemas.openxmlformats.org/drawingml/2006/main">
            <a:pPr>
              <a:defRPr sz="1425" b="1">
                <a:solidFill>
                  <a:srgbClr val="146B61"/>
                </a:solidFill>
                <a:latin typeface="Arial"/>
                <a:ea typeface="Arial"/>
                <a:cs typeface="Arial"/>
              </a:defRPr>
            </a:pPr>
            <a:r>
              <a:rPr sz="1425" b="1">
                <a:solidFill>
                  <a:srgbClr val="146B61"/>
                </a:solidFill>
                <a:latin typeface="Arial"/>
                <a:ea typeface="Arial"/>
                <a:cs typeface="Arial"/>
              </a:rPr>
              <a:t>GRUP 1 / KISA KAVRAM NOTLARI</a:t>
            </a:r>
          </a:p>
        </p:txBody>
      </p:sp>
      <p:sp>
        <p:nvSpPr>
          <p:cNvPr id="2" name="Veri modeli ve XML bağlantısı">
            <a:extLst xmlns:a="http://schemas.openxmlformats.org/drawingml/2006/main">
              <a:ext uri="{FF2B5EF4-FFF2-40B4-BE49-F238E27FC236}">
                <a16:creationId xmlns:a16="http://schemas.microsoft.com/office/drawing/2014/main" id="{FD2C8D21-45E3-4F10-A4F0-9B5CC16120E3}"/>
              </a:ext>
            </a:extLst>
          </p:cNvPr>
          <p:cNvSpPr>
            <a:spLocks xmlns:a="http://schemas.openxmlformats.org/drawingml/2006/main" noGrp="1"/>
          </p:cNvSpPr>
          <p:nvPr/>
        </p:nvSpPr>
        <p:spPr>
          <a:xfrm xmlns:a="http://schemas.openxmlformats.org/drawingml/2006/main">
            <a:off x="609600" y="781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defRPr sz="3225" b="1">
                <a:solidFill>
                  <a:srgbClr val="143E37"/>
                </a:solidFill>
                <a:latin typeface="Arial"/>
                <a:ea typeface="Arial"/>
                <a:cs typeface="Arial"/>
              </a:defRPr>
            </a:lvl1pPr>
            <a:lvl2pPr>
              <a:defRPr sz="3225" b="1">
                <a:solidFill>
                  <a:srgbClr val="143E37"/>
                </a:solidFill>
                <a:latin typeface="Arial"/>
                <a:ea typeface="Arial"/>
                <a:cs typeface="Arial"/>
              </a:defRPr>
            </a:lvl2pPr>
            <a:lvl3pPr>
              <a:defRPr sz="3225" b="1">
                <a:solidFill>
                  <a:srgbClr val="143E37"/>
                </a:solidFill>
                <a:latin typeface="Arial"/>
                <a:ea typeface="Arial"/>
                <a:cs typeface="Arial"/>
              </a:defRPr>
            </a:lvl3pPr>
            <a:lvl4pPr>
              <a:defRPr sz="3225" b="1">
                <a:solidFill>
                  <a:srgbClr val="143E37"/>
                </a:solidFill>
                <a:latin typeface="Arial"/>
                <a:ea typeface="Arial"/>
                <a:cs typeface="Arial"/>
              </a:defRPr>
            </a:lvl4pPr>
            <a:lvl5pPr>
              <a:defRPr sz="3225" b="1">
                <a:solidFill>
                  <a:srgbClr val="143E37"/>
                </a:solidFill>
                <a:latin typeface="Arial"/>
                <a:ea typeface="Arial"/>
                <a:cs typeface="Arial"/>
              </a:defRPr>
            </a:lvl5pPr>
            <a:lvl6pPr>
              <a:defRPr sz="3225" b="1">
                <a:solidFill>
                  <a:srgbClr val="143E37"/>
                </a:solidFill>
                <a:latin typeface="Arial"/>
                <a:ea typeface="Arial"/>
                <a:cs typeface="Arial"/>
              </a:defRPr>
            </a:lvl6pPr>
            <a:lvl7pPr>
              <a:defRPr sz="3225" b="1">
                <a:solidFill>
                  <a:srgbClr val="143E37"/>
                </a:solidFill>
                <a:latin typeface="Arial"/>
                <a:ea typeface="Arial"/>
                <a:cs typeface="Arial"/>
              </a:defRPr>
            </a:lvl7pPr>
            <a:lvl8pPr>
              <a:defRPr sz="3225" b="1">
                <a:solidFill>
                  <a:srgbClr val="143E37"/>
                </a:solidFill>
                <a:latin typeface="Arial"/>
                <a:ea typeface="Arial"/>
                <a:cs typeface="Arial"/>
              </a:defRPr>
            </a:lvl8pPr>
            <a:lvl9pPr>
              <a:defRPr sz="3225" b="1">
                <a:solidFill>
                  <a:srgbClr val="143E37"/>
                </a:solidFill>
                <a:latin typeface="Arial"/>
                <a:ea typeface="Arial"/>
                <a:cs typeface="Arial"/>
              </a:defRPr>
            </a:lvl9pPr>
          </a:lstStyle>
          <a:p xmlns:a="http://schemas.openxmlformats.org/drawingml/2006/main">
            <a:pPr>
              <a:defRPr sz="3225" b="1">
                <a:solidFill>
                  <a:srgbClr val="143E37"/>
                </a:solidFill>
                <a:latin typeface="Arial"/>
                <a:ea typeface="Arial"/>
                <a:cs typeface="Arial"/>
              </a:defRPr>
            </a:pPr>
            <a:r>
              <a:rPr sz="3225" b="1">
                <a:solidFill>
                  <a:srgbClr val="143E37"/>
                </a:solidFill>
                <a:latin typeface="Arial"/>
                <a:ea typeface="Arial"/>
                <a:cs typeface="Arial"/>
              </a:rPr>
              <a:t>Veri modeli ve XML bağlantısı</a:t>
            </a:r>
          </a:p>
        </p:txBody>
      </p:sp>
      <p:sp>
        <p:nvSpPr>
          <p:cNvPr id="3" name="Data class">
            <a:extLst xmlns:a="http://schemas.openxmlformats.org/drawingml/2006/main">
              <a:ext uri="{FF2B5EF4-FFF2-40B4-BE49-F238E27FC236}">
                <a16:creationId xmlns:a16="http://schemas.microsoft.com/office/drawing/2014/main" id="{BC8839B0-F006-48B5-AB29-BF64FB4C2EAE}"/>
              </a:ext>
            </a:extLst>
          </p:cNvPr>
          <p:cNvSpPr>
            <a:spLocks xmlns:a="http://schemas.openxmlformats.org/drawingml/2006/main" noGrp="1"/>
          </p:cNvSpPr>
          <p:nvPr/>
        </p:nvSpPr>
        <p:spPr>
          <a:xfrm xmlns:a="http://schemas.openxmlformats.org/drawingml/2006/main">
            <a:off x="609600" y="180022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6B61"/>
                </a:solidFill>
                <a:latin typeface="Arial"/>
                <a:ea typeface="Arial"/>
                <a:cs typeface="Arial"/>
              </a:defRPr>
            </a:defPPr>
            <a:lvl1pPr>
              <a:defRPr sz="2175" b="1">
                <a:solidFill>
                  <a:srgbClr val="146B61"/>
                </a:solidFill>
                <a:latin typeface="Arial"/>
                <a:ea typeface="Arial"/>
                <a:cs typeface="Arial"/>
              </a:defRPr>
            </a:lvl1pPr>
            <a:lvl2pPr>
              <a:defRPr sz="2175" b="1">
                <a:solidFill>
                  <a:srgbClr val="146B61"/>
                </a:solidFill>
                <a:latin typeface="Arial"/>
                <a:ea typeface="Arial"/>
                <a:cs typeface="Arial"/>
              </a:defRPr>
            </a:lvl2pPr>
            <a:lvl3pPr>
              <a:defRPr sz="2175" b="1">
                <a:solidFill>
                  <a:srgbClr val="146B61"/>
                </a:solidFill>
                <a:latin typeface="Arial"/>
                <a:ea typeface="Arial"/>
                <a:cs typeface="Arial"/>
              </a:defRPr>
            </a:lvl3pPr>
            <a:lvl4pPr>
              <a:defRPr sz="2175" b="1">
                <a:solidFill>
                  <a:srgbClr val="146B61"/>
                </a:solidFill>
                <a:latin typeface="Arial"/>
                <a:ea typeface="Arial"/>
                <a:cs typeface="Arial"/>
              </a:defRPr>
            </a:lvl4pPr>
            <a:lvl5pPr>
              <a:defRPr sz="2175" b="1">
                <a:solidFill>
                  <a:srgbClr val="146B61"/>
                </a:solidFill>
                <a:latin typeface="Arial"/>
                <a:ea typeface="Arial"/>
                <a:cs typeface="Arial"/>
              </a:defRPr>
            </a:lvl5pPr>
            <a:lvl6pPr>
              <a:defRPr sz="2175" b="1">
                <a:solidFill>
                  <a:srgbClr val="146B61"/>
                </a:solidFill>
                <a:latin typeface="Arial"/>
                <a:ea typeface="Arial"/>
                <a:cs typeface="Arial"/>
              </a:defRPr>
            </a:lvl6pPr>
            <a:lvl7pPr>
              <a:defRPr sz="2175" b="1">
                <a:solidFill>
                  <a:srgbClr val="146B61"/>
                </a:solidFill>
                <a:latin typeface="Arial"/>
                <a:ea typeface="Arial"/>
                <a:cs typeface="Arial"/>
              </a:defRPr>
            </a:lvl7pPr>
            <a:lvl8pPr>
              <a:defRPr sz="2175" b="1">
                <a:solidFill>
                  <a:srgbClr val="146B61"/>
                </a:solidFill>
                <a:latin typeface="Arial"/>
                <a:ea typeface="Arial"/>
                <a:cs typeface="Arial"/>
              </a:defRPr>
            </a:lvl8pPr>
            <a:lvl9pPr>
              <a:defRPr sz="2175" b="1">
                <a:solidFill>
                  <a:srgbClr val="146B61"/>
                </a:solidFill>
                <a:latin typeface="Arial"/>
                <a:ea typeface="Arial"/>
                <a:cs typeface="Arial"/>
              </a:defRPr>
            </a:lvl9pPr>
          </a:lstStyle>
          <a:p xmlns:a="http://schemas.openxmlformats.org/drawingml/2006/main">
            <a:pPr>
              <a:defRPr sz="2175" b="1">
                <a:solidFill>
                  <a:srgbClr val="146B61"/>
                </a:solidFill>
                <a:latin typeface="Arial"/>
                <a:ea typeface="Arial"/>
                <a:cs typeface="Arial"/>
              </a:defRPr>
            </a:pPr>
            <a:r>
              <a:rPr sz="2175" b="1">
                <a:solidFill>
                  <a:srgbClr val="146B61"/>
                </a:solidFill>
                <a:latin typeface="Arial"/>
                <a:ea typeface="Arial"/>
                <a:cs typeface="Arial"/>
              </a:rPr>
              <a:t>Data class</a:t>
            </a:r>
          </a:p>
        </p:txBody>
      </p:sp>
      <p:sp>
        <p:nvSpPr>
          <p:cNvPr id="4" name="Bir notun id, başlık, metin ve favori gibi ve">
            <a:extLst xmlns:a="http://schemas.openxmlformats.org/drawingml/2006/main">
              <a:ext uri="{FF2B5EF4-FFF2-40B4-BE49-F238E27FC236}">
                <a16:creationId xmlns:a16="http://schemas.microsoft.com/office/drawing/2014/main" id="{1951A57D-E751-4051-B429-FBD1DC5BEB19}"/>
              </a:ext>
            </a:extLst>
          </p:cNvPr>
          <p:cNvSpPr>
            <a:spLocks xmlns:a="http://schemas.openxmlformats.org/drawingml/2006/main" noGrp="1"/>
          </p:cNvSpPr>
          <p:nvPr/>
        </p:nvSpPr>
        <p:spPr>
          <a:xfrm xmlns:a="http://schemas.openxmlformats.org/drawingml/2006/main">
            <a:off x="609600" y="220980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defRPr sz="2100" b="0">
                <a:solidFill>
                  <a:srgbClr val="183C36"/>
                </a:solidFill>
                <a:latin typeface="Arial"/>
                <a:ea typeface="Arial"/>
                <a:cs typeface="Arial"/>
              </a:defRPr>
            </a:lvl1pPr>
            <a:lvl2pPr>
              <a:defRPr sz="2100" b="0">
                <a:solidFill>
                  <a:srgbClr val="183C36"/>
                </a:solidFill>
                <a:latin typeface="Arial"/>
                <a:ea typeface="Arial"/>
                <a:cs typeface="Arial"/>
              </a:defRPr>
            </a:lvl2pPr>
            <a:lvl3pPr>
              <a:defRPr sz="2100" b="0">
                <a:solidFill>
                  <a:srgbClr val="183C36"/>
                </a:solidFill>
                <a:latin typeface="Arial"/>
                <a:ea typeface="Arial"/>
                <a:cs typeface="Arial"/>
              </a:defRPr>
            </a:lvl3pPr>
            <a:lvl4pPr>
              <a:defRPr sz="2100" b="0">
                <a:solidFill>
                  <a:srgbClr val="183C36"/>
                </a:solidFill>
                <a:latin typeface="Arial"/>
                <a:ea typeface="Arial"/>
                <a:cs typeface="Arial"/>
              </a:defRPr>
            </a:lvl4pPr>
            <a:lvl5pPr>
              <a:defRPr sz="2100" b="0">
                <a:solidFill>
                  <a:srgbClr val="183C36"/>
                </a:solidFill>
                <a:latin typeface="Arial"/>
                <a:ea typeface="Arial"/>
                <a:cs typeface="Arial"/>
              </a:defRPr>
            </a:lvl5pPr>
            <a:lvl6pPr>
              <a:defRPr sz="2100" b="0">
                <a:solidFill>
                  <a:srgbClr val="183C36"/>
                </a:solidFill>
                <a:latin typeface="Arial"/>
                <a:ea typeface="Arial"/>
                <a:cs typeface="Arial"/>
              </a:defRPr>
            </a:lvl6pPr>
            <a:lvl7pPr>
              <a:defRPr sz="2100" b="0">
                <a:solidFill>
                  <a:srgbClr val="183C36"/>
                </a:solidFill>
                <a:latin typeface="Arial"/>
                <a:ea typeface="Arial"/>
                <a:cs typeface="Arial"/>
              </a:defRPr>
            </a:lvl7pPr>
            <a:lvl8pPr>
              <a:defRPr sz="2100" b="0">
                <a:solidFill>
                  <a:srgbClr val="183C36"/>
                </a:solidFill>
                <a:latin typeface="Arial"/>
                <a:ea typeface="Arial"/>
                <a:cs typeface="Arial"/>
              </a:defRPr>
            </a:lvl8pPr>
            <a:lvl9pPr>
              <a:defRPr sz="2100" b="0">
                <a:solidFill>
                  <a:srgbClr val="183C36"/>
                </a:solidFill>
                <a:latin typeface="Arial"/>
                <a:ea typeface="Arial"/>
                <a:cs typeface="Arial"/>
              </a:defRPr>
            </a:lvl9pPr>
          </a:lstStyle>
          <a:p xmlns:a="http://schemas.openxmlformats.org/drawingml/2006/main">
            <a:pPr>
              <a:defRPr sz="2100" b="0">
                <a:solidFill>
                  <a:srgbClr val="183C36"/>
                </a:solidFill>
                <a:latin typeface="Arial"/>
                <a:ea typeface="Arial"/>
                <a:cs typeface="Arial"/>
              </a:defRPr>
            </a:pPr>
            <a:r>
              <a:rPr sz="2100" b="0">
                <a:solidFill>
                  <a:srgbClr val="183C36"/>
                </a:solidFill>
                <a:latin typeface="Arial"/>
                <a:ea typeface="Arial"/>
                <a:cs typeface="Arial"/>
              </a:rPr>
              <a:t>Bir notun id, başlık, metin ve favori gibi verilerini bir arada tutar.</a:t>
            </a:r>
          </a:p>
        </p:txBody>
      </p:sp>
      <p:sp>
        <p:nvSpPr>
          <p:cNvPr id="5" name="copy()">
            <a:extLst xmlns:a="http://schemas.openxmlformats.org/drawingml/2006/main">
              <a:ext uri="{FF2B5EF4-FFF2-40B4-BE49-F238E27FC236}">
                <a16:creationId xmlns:a16="http://schemas.microsoft.com/office/drawing/2014/main" id="{66605C77-2404-4319-873F-64BE2DC3E3C4}"/>
              </a:ext>
            </a:extLst>
          </p:cNvPr>
          <p:cNvSpPr>
            <a:spLocks xmlns:a="http://schemas.openxmlformats.org/drawingml/2006/main" noGrp="1"/>
          </p:cNvSpPr>
          <p:nvPr/>
        </p:nvSpPr>
        <p:spPr>
          <a:xfrm xmlns:a="http://schemas.openxmlformats.org/drawingml/2006/main">
            <a:off x="609600" y="31908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6B61"/>
                </a:solidFill>
                <a:latin typeface="Arial"/>
                <a:ea typeface="Arial"/>
                <a:cs typeface="Arial"/>
              </a:defRPr>
            </a:defPPr>
            <a:lvl1pPr>
              <a:defRPr sz="2175" b="1">
                <a:solidFill>
                  <a:srgbClr val="146B61"/>
                </a:solidFill>
                <a:latin typeface="Arial"/>
                <a:ea typeface="Arial"/>
                <a:cs typeface="Arial"/>
              </a:defRPr>
            </a:lvl1pPr>
            <a:lvl2pPr>
              <a:defRPr sz="2175" b="1">
                <a:solidFill>
                  <a:srgbClr val="146B61"/>
                </a:solidFill>
                <a:latin typeface="Arial"/>
                <a:ea typeface="Arial"/>
                <a:cs typeface="Arial"/>
              </a:defRPr>
            </a:lvl2pPr>
            <a:lvl3pPr>
              <a:defRPr sz="2175" b="1">
                <a:solidFill>
                  <a:srgbClr val="146B61"/>
                </a:solidFill>
                <a:latin typeface="Arial"/>
                <a:ea typeface="Arial"/>
                <a:cs typeface="Arial"/>
              </a:defRPr>
            </a:lvl3pPr>
            <a:lvl4pPr>
              <a:defRPr sz="2175" b="1">
                <a:solidFill>
                  <a:srgbClr val="146B61"/>
                </a:solidFill>
                <a:latin typeface="Arial"/>
                <a:ea typeface="Arial"/>
                <a:cs typeface="Arial"/>
              </a:defRPr>
            </a:lvl4pPr>
            <a:lvl5pPr>
              <a:defRPr sz="2175" b="1">
                <a:solidFill>
                  <a:srgbClr val="146B61"/>
                </a:solidFill>
                <a:latin typeface="Arial"/>
                <a:ea typeface="Arial"/>
                <a:cs typeface="Arial"/>
              </a:defRPr>
            </a:lvl5pPr>
            <a:lvl6pPr>
              <a:defRPr sz="2175" b="1">
                <a:solidFill>
                  <a:srgbClr val="146B61"/>
                </a:solidFill>
                <a:latin typeface="Arial"/>
                <a:ea typeface="Arial"/>
                <a:cs typeface="Arial"/>
              </a:defRPr>
            </a:lvl6pPr>
            <a:lvl7pPr>
              <a:defRPr sz="2175" b="1">
                <a:solidFill>
                  <a:srgbClr val="146B61"/>
                </a:solidFill>
                <a:latin typeface="Arial"/>
                <a:ea typeface="Arial"/>
                <a:cs typeface="Arial"/>
              </a:defRPr>
            </a:lvl7pPr>
            <a:lvl8pPr>
              <a:defRPr sz="2175" b="1">
                <a:solidFill>
                  <a:srgbClr val="146B61"/>
                </a:solidFill>
                <a:latin typeface="Arial"/>
                <a:ea typeface="Arial"/>
                <a:cs typeface="Arial"/>
              </a:defRPr>
            </a:lvl8pPr>
            <a:lvl9pPr>
              <a:defRPr sz="2175" b="1">
                <a:solidFill>
                  <a:srgbClr val="146B61"/>
                </a:solidFill>
                <a:latin typeface="Arial"/>
                <a:ea typeface="Arial"/>
                <a:cs typeface="Arial"/>
              </a:defRPr>
            </a:lvl9pPr>
          </a:lstStyle>
          <a:p xmlns:a="http://schemas.openxmlformats.org/drawingml/2006/main">
            <a:pPr>
              <a:defRPr sz="2175" b="1">
                <a:solidFill>
                  <a:srgbClr val="146B61"/>
                </a:solidFill>
                <a:latin typeface="Arial"/>
                <a:ea typeface="Arial"/>
                <a:cs typeface="Arial"/>
              </a:defRPr>
            </a:pPr>
            <a:r>
              <a:rPr sz="2175" b="1">
                <a:solidFill>
                  <a:srgbClr val="146B61"/>
                </a:solidFill>
                <a:latin typeface="Arial"/>
                <a:ea typeface="Arial"/>
                <a:cs typeface="Arial"/>
              </a:rPr>
              <a:t>copy()</a:t>
            </a:r>
          </a:p>
        </p:txBody>
      </p:sp>
      <p:sp>
        <p:nvSpPr>
          <p:cNvPr id="6" name="Mevcut nottan, seçilen alanı değişmiş bir kop">
            <a:extLst xmlns:a="http://schemas.openxmlformats.org/drawingml/2006/main">
              <a:ext uri="{FF2B5EF4-FFF2-40B4-BE49-F238E27FC236}">
                <a16:creationId xmlns:a16="http://schemas.microsoft.com/office/drawing/2014/main" id="{E3DE2D6D-5874-4A0A-9961-A3EEFA0C722C}"/>
              </a:ext>
            </a:extLst>
          </p:cNvPr>
          <p:cNvSpPr>
            <a:spLocks xmlns:a="http://schemas.openxmlformats.org/drawingml/2006/main" noGrp="1"/>
          </p:cNvSpPr>
          <p:nvPr/>
        </p:nvSpPr>
        <p:spPr>
          <a:xfrm xmlns:a="http://schemas.openxmlformats.org/drawingml/2006/main">
            <a:off x="609600" y="360045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defRPr sz="2100" b="0">
                <a:solidFill>
                  <a:srgbClr val="183C36"/>
                </a:solidFill>
                <a:latin typeface="Arial"/>
                <a:ea typeface="Arial"/>
                <a:cs typeface="Arial"/>
              </a:defRPr>
            </a:lvl1pPr>
            <a:lvl2pPr>
              <a:defRPr sz="2100" b="0">
                <a:solidFill>
                  <a:srgbClr val="183C36"/>
                </a:solidFill>
                <a:latin typeface="Arial"/>
                <a:ea typeface="Arial"/>
                <a:cs typeface="Arial"/>
              </a:defRPr>
            </a:lvl2pPr>
            <a:lvl3pPr>
              <a:defRPr sz="2100" b="0">
                <a:solidFill>
                  <a:srgbClr val="183C36"/>
                </a:solidFill>
                <a:latin typeface="Arial"/>
                <a:ea typeface="Arial"/>
                <a:cs typeface="Arial"/>
              </a:defRPr>
            </a:lvl3pPr>
            <a:lvl4pPr>
              <a:defRPr sz="2100" b="0">
                <a:solidFill>
                  <a:srgbClr val="183C36"/>
                </a:solidFill>
                <a:latin typeface="Arial"/>
                <a:ea typeface="Arial"/>
                <a:cs typeface="Arial"/>
              </a:defRPr>
            </a:lvl4pPr>
            <a:lvl5pPr>
              <a:defRPr sz="2100" b="0">
                <a:solidFill>
                  <a:srgbClr val="183C36"/>
                </a:solidFill>
                <a:latin typeface="Arial"/>
                <a:ea typeface="Arial"/>
                <a:cs typeface="Arial"/>
              </a:defRPr>
            </a:lvl5pPr>
            <a:lvl6pPr>
              <a:defRPr sz="2100" b="0">
                <a:solidFill>
                  <a:srgbClr val="183C36"/>
                </a:solidFill>
                <a:latin typeface="Arial"/>
                <a:ea typeface="Arial"/>
                <a:cs typeface="Arial"/>
              </a:defRPr>
            </a:lvl6pPr>
            <a:lvl7pPr>
              <a:defRPr sz="2100" b="0">
                <a:solidFill>
                  <a:srgbClr val="183C36"/>
                </a:solidFill>
                <a:latin typeface="Arial"/>
                <a:ea typeface="Arial"/>
                <a:cs typeface="Arial"/>
              </a:defRPr>
            </a:lvl7pPr>
            <a:lvl8pPr>
              <a:defRPr sz="2100" b="0">
                <a:solidFill>
                  <a:srgbClr val="183C36"/>
                </a:solidFill>
                <a:latin typeface="Arial"/>
                <a:ea typeface="Arial"/>
                <a:cs typeface="Arial"/>
              </a:defRPr>
            </a:lvl8pPr>
            <a:lvl9pPr>
              <a:defRPr sz="2100" b="0">
                <a:solidFill>
                  <a:srgbClr val="183C36"/>
                </a:solidFill>
                <a:latin typeface="Arial"/>
                <a:ea typeface="Arial"/>
                <a:cs typeface="Arial"/>
              </a:defRPr>
            </a:lvl9pPr>
          </a:lstStyle>
          <a:p xmlns:a="http://schemas.openxmlformats.org/drawingml/2006/main">
            <a:pPr>
              <a:defRPr sz="2100" b="0">
                <a:solidFill>
                  <a:srgbClr val="183C36"/>
                </a:solidFill>
                <a:latin typeface="Arial"/>
                <a:ea typeface="Arial"/>
                <a:cs typeface="Arial"/>
              </a:defRPr>
            </a:pPr>
            <a:r>
              <a:rPr sz="2100" b="0">
                <a:solidFill>
                  <a:srgbClr val="183C36"/>
                </a:solidFill>
                <a:latin typeface="Arial"/>
                <a:ea typeface="Arial"/>
                <a:cs typeface="Arial"/>
              </a:rPr>
              <a:t>Mevcut nottan, seçilen alanı değişmiş bir kopya üretir. id belirtilmezse aynı kalır.</a:t>
            </a:r>
          </a:p>
        </p:txBody>
      </p:sp>
      <p:sp>
        <p:nvSpPr>
          <p:cNvPr id="7" name="ViewBinding">
            <a:extLst xmlns:a="http://schemas.openxmlformats.org/drawingml/2006/main">
              <a:ext uri="{FF2B5EF4-FFF2-40B4-BE49-F238E27FC236}">
                <a16:creationId xmlns:a16="http://schemas.microsoft.com/office/drawing/2014/main" id="{D0D207C2-AAAD-4B64-8D3C-DCD95546C34A}"/>
              </a:ext>
            </a:extLst>
          </p:cNvPr>
          <p:cNvSpPr>
            <a:spLocks xmlns:a="http://schemas.openxmlformats.org/drawingml/2006/main" noGrp="1"/>
          </p:cNvSpPr>
          <p:nvPr/>
        </p:nvSpPr>
        <p:spPr>
          <a:xfrm xmlns:a="http://schemas.openxmlformats.org/drawingml/2006/main">
            <a:off x="609600" y="458152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6B61"/>
                </a:solidFill>
                <a:latin typeface="Arial"/>
                <a:ea typeface="Arial"/>
                <a:cs typeface="Arial"/>
              </a:defRPr>
            </a:defPPr>
            <a:lvl1pPr>
              <a:defRPr sz="2175" b="1">
                <a:solidFill>
                  <a:srgbClr val="146B61"/>
                </a:solidFill>
                <a:latin typeface="Arial"/>
                <a:ea typeface="Arial"/>
                <a:cs typeface="Arial"/>
              </a:defRPr>
            </a:lvl1pPr>
            <a:lvl2pPr>
              <a:defRPr sz="2175" b="1">
                <a:solidFill>
                  <a:srgbClr val="146B61"/>
                </a:solidFill>
                <a:latin typeface="Arial"/>
                <a:ea typeface="Arial"/>
                <a:cs typeface="Arial"/>
              </a:defRPr>
            </a:lvl2pPr>
            <a:lvl3pPr>
              <a:defRPr sz="2175" b="1">
                <a:solidFill>
                  <a:srgbClr val="146B61"/>
                </a:solidFill>
                <a:latin typeface="Arial"/>
                <a:ea typeface="Arial"/>
                <a:cs typeface="Arial"/>
              </a:defRPr>
            </a:lvl3pPr>
            <a:lvl4pPr>
              <a:defRPr sz="2175" b="1">
                <a:solidFill>
                  <a:srgbClr val="146B61"/>
                </a:solidFill>
                <a:latin typeface="Arial"/>
                <a:ea typeface="Arial"/>
                <a:cs typeface="Arial"/>
              </a:defRPr>
            </a:lvl4pPr>
            <a:lvl5pPr>
              <a:defRPr sz="2175" b="1">
                <a:solidFill>
                  <a:srgbClr val="146B61"/>
                </a:solidFill>
                <a:latin typeface="Arial"/>
                <a:ea typeface="Arial"/>
                <a:cs typeface="Arial"/>
              </a:defRPr>
            </a:lvl5pPr>
            <a:lvl6pPr>
              <a:defRPr sz="2175" b="1">
                <a:solidFill>
                  <a:srgbClr val="146B61"/>
                </a:solidFill>
                <a:latin typeface="Arial"/>
                <a:ea typeface="Arial"/>
                <a:cs typeface="Arial"/>
              </a:defRPr>
            </a:lvl6pPr>
            <a:lvl7pPr>
              <a:defRPr sz="2175" b="1">
                <a:solidFill>
                  <a:srgbClr val="146B61"/>
                </a:solidFill>
                <a:latin typeface="Arial"/>
                <a:ea typeface="Arial"/>
                <a:cs typeface="Arial"/>
              </a:defRPr>
            </a:lvl7pPr>
            <a:lvl8pPr>
              <a:defRPr sz="2175" b="1">
                <a:solidFill>
                  <a:srgbClr val="146B61"/>
                </a:solidFill>
                <a:latin typeface="Arial"/>
                <a:ea typeface="Arial"/>
                <a:cs typeface="Arial"/>
              </a:defRPr>
            </a:lvl8pPr>
            <a:lvl9pPr>
              <a:defRPr sz="2175" b="1">
                <a:solidFill>
                  <a:srgbClr val="146B61"/>
                </a:solidFill>
                <a:latin typeface="Arial"/>
                <a:ea typeface="Arial"/>
                <a:cs typeface="Arial"/>
              </a:defRPr>
            </a:lvl9pPr>
          </a:lstStyle>
          <a:p xmlns:a="http://schemas.openxmlformats.org/drawingml/2006/main">
            <a:pPr>
              <a:defRPr sz="2175" b="1">
                <a:solidFill>
                  <a:srgbClr val="146B61"/>
                </a:solidFill>
                <a:latin typeface="Arial"/>
                <a:ea typeface="Arial"/>
                <a:cs typeface="Arial"/>
              </a:defRPr>
            </a:pPr>
            <a:r>
              <a:rPr sz="2175" b="1">
                <a:solidFill>
                  <a:srgbClr val="146B61"/>
                </a:solidFill>
                <a:latin typeface="Arial"/>
                <a:ea typeface="Arial"/>
                <a:cs typeface="Arial"/>
              </a:rPr>
              <a:t>ViewBinding</a:t>
            </a:r>
          </a:p>
        </p:txBody>
      </p:sp>
      <p:sp>
        <p:nvSpPr>
          <p:cNvPr id="8" name="XML’deki id’li görünümlere Kotlin’den erişmek">
            <a:extLst xmlns:a="http://schemas.openxmlformats.org/drawingml/2006/main">
              <a:ext uri="{FF2B5EF4-FFF2-40B4-BE49-F238E27FC236}">
                <a16:creationId xmlns:a16="http://schemas.microsoft.com/office/drawing/2014/main" id="{FEF63D2D-EF61-4F9A-9FEF-E4FB1F90DEE6}"/>
              </a:ext>
            </a:extLst>
          </p:cNvPr>
          <p:cNvSpPr>
            <a:spLocks xmlns:a="http://schemas.openxmlformats.org/drawingml/2006/main" noGrp="1"/>
          </p:cNvSpPr>
          <p:nvPr/>
        </p:nvSpPr>
        <p:spPr>
          <a:xfrm xmlns:a="http://schemas.openxmlformats.org/drawingml/2006/main">
            <a:off x="609600" y="499110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defRPr sz="2100" b="0">
                <a:solidFill>
                  <a:srgbClr val="183C36"/>
                </a:solidFill>
                <a:latin typeface="Arial"/>
                <a:ea typeface="Arial"/>
                <a:cs typeface="Arial"/>
              </a:defRPr>
            </a:lvl1pPr>
            <a:lvl2pPr>
              <a:defRPr sz="2100" b="0">
                <a:solidFill>
                  <a:srgbClr val="183C36"/>
                </a:solidFill>
                <a:latin typeface="Arial"/>
                <a:ea typeface="Arial"/>
                <a:cs typeface="Arial"/>
              </a:defRPr>
            </a:lvl2pPr>
            <a:lvl3pPr>
              <a:defRPr sz="2100" b="0">
                <a:solidFill>
                  <a:srgbClr val="183C36"/>
                </a:solidFill>
                <a:latin typeface="Arial"/>
                <a:ea typeface="Arial"/>
                <a:cs typeface="Arial"/>
              </a:defRPr>
            </a:lvl3pPr>
            <a:lvl4pPr>
              <a:defRPr sz="2100" b="0">
                <a:solidFill>
                  <a:srgbClr val="183C36"/>
                </a:solidFill>
                <a:latin typeface="Arial"/>
                <a:ea typeface="Arial"/>
                <a:cs typeface="Arial"/>
              </a:defRPr>
            </a:lvl4pPr>
            <a:lvl5pPr>
              <a:defRPr sz="2100" b="0">
                <a:solidFill>
                  <a:srgbClr val="183C36"/>
                </a:solidFill>
                <a:latin typeface="Arial"/>
                <a:ea typeface="Arial"/>
                <a:cs typeface="Arial"/>
              </a:defRPr>
            </a:lvl5pPr>
            <a:lvl6pPr>
              <a:defRPr sz="2100" b="0">
                <a:solidFill>
                  <a:srgbClr val="183C36"/>
                </a:solidFill>
                <a:latin typeface="Arial"/>
                <a:ea typeface="Arial"/>
                <a:cs typeface="Arial"/>
              </a:defRPr>
            </a:lvl6pPr>
            <a:lvl7pPr>
              <a:defRPr sz="2100" b="0">
                <a:solidFill>
                  <a:srgbClr val="183C36"/>
                </a:solidFill>
                <a:latin typeface="Arial"/>
                <a:ea typeface="Arial"/>
                <a:cs typeface="Arial"/>
              </a:defRPr>
            </a:lvl7pPr>
            <a:lvl8pPr>
              <a:defRPr sz="2100" b="0">
                <a:solidFill>
                  <a:srgbClr val="183C36"/>
                </a:solidFill>
                <a:latin typeface="Arial"/>
                <a:ea typeface="Arial"/>
                <a:cs typeface="Arial"/>
              </a:defRPr>
            </a:lvl8pPr>
            <a:lvl9pPr>
              <a:defRPr sz="2100" b="0">
                <a:solidFill>
                  <a:srgbClr val="183C36"/>
                </a:solidFill>
                <a:latin typeface="Arial"/>
                <a:ea typeface="Arial"/>
                <a:cs typeface="Arial"/>
              </a:defRPr>
            </a:lvl9pPr>
          </a:lstStyle>
          <a:p xmlns:a="http://schemas.openxmlformats.org/drawingml/2006/main">
            <a:pPr>
              <a:defRPr sz="2100" b="0">
                <a:solidFill>
                  <a:srgbClr val="183C36"/>
                </a:solidFill>
                <a:latin typeface="Arial"/>
                <a:ea typeface="Arial"/>
                <a:cs typeface="Arial"/>
              </a:defRPr>
            </a:pPr>
            <a:r>
              <a:rPr sz="2100" b="0">
                <a:solidFill>
                  <a:srgbClr val="183C36"/>
                </a:solidFill>
                <a:latin typeface="Arial"/>
                <a:ea typeface="Arial"/>
                <a:cs typeface="Arial"/>
              </a:rPr>
              <a:t>XML’deki id’li görünümlere Kotlin’den erişmek için sınıflar üretir. Örnek: binding.notGirdisi.</a:t>
            </a:r>
          </a:p>
        </p:txBody>
      </p:sp>
      <p:sp>
        <p:nvSpPr>
          <p:cNvPr id="9" name="">
            <a:extLst xmlns:a="http://schemas.openxmlformats.org/drawingml/2006/main">
              <a:ext uri="{FF2B5EF4-FFF2-40B4-BE49-F238E27FC236}">
                <a16:creationId xmlns:a16="http://schemas.microsoft.com/office/drawing/2014/main" id="{A152B836-74E9-48E4-8D04-98572B4279A0}"/>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defRPr sz="1275" b="0">
                <a:solidFill>
                  <a:srgbClr val="71827B"/>
                </a:solidFill>
                <a:latin typeface="Arial"/>
                <a:ea typeface="Arial"/>
                <a:cs typeface="Arial"/>
              </a:defRPr>
            </a:lvl1pPr>
            <a:lvl2pPr>
              <a:defRPr sz="1275" b="0">
                <a:solidFill>
                  <a:srgbClr val="71827B"/>
                </a:solidFill>
                <a:latin typeface="Arial"/>
                <a:ea typeface="Arial"/>
                <a:cs typeface="Arial"/>
              </a:defRPr>
            </a:lvl2pPr>
            <a:lvl3pPr>
              <a:defRPr sz="1275" b="0">
                <a:solidFill>
                  <a:srgbClr val="71827B"/>
                </a:solidFill>
                <a:latin typeface="Arial"/>
                <a:ea typeface="Arial"/>
                <a:cs typeface="Arial"/>
              </a:defRPr>
            </a:lvl3pPr>
            <a:lvl4pPr>
              <a:defRPr sz="1275" b="0">
                <a:solidFill>
                  <a:srgbClr val="71827B"/>
                </a:solidFill>
                <a:latin typeface="Arial"/>
                <a:ea typeface="Arial"/>
                <a:cs typeface="Arial"/>
              </a:defRPr>
            </a:lvl4pPr>
            <a:lvl5pPr>
              <a:defRPr sz="1275" b="0">
                <a:solidFill>
                  <a:srgbClr val="71827B"/>
                </a:solidFill>
                <a:latin typeface="Arial"/>
                <a:ea typeface="Arial"/>
                <a:cs typeface="Arial"/>
              </a:defRPr>
            </a:lvl5pPr>
            <a:lvl6pPr>
              <a:defRPr sz="1275" b="0">
                <a:solidFill>
                  <a:srgbClr val="71827B"/>
                </a:solidFill>
                <a:latin typeface="Arial"/>
                <a:ea typeface="Arial"/>
                <a:cs typeface="Arial"/>
              </a:defRPr>
            </a:lvl6pPr>
            <a:lvl7pPr>
              <a:defRPr sz="1275" b="0">
                <a:solidFill>
                  <a:srgbClr val="71827B"/>
                </a:solidFill>
                <a:latin typeface="Arial"/>
                <a:ea typeface="Arial"/>
                <a:cs typeface="Arial"/>
              </a:defRPr>
            </a:lvl7pPr>
            <a:lvl8pPr>
              <a:defRPr sz="1275" b="0">
                <a:solidFill>
                  <a:srgbClr val="71827B"/>
                </a:solidFill>
                <a:latin typeface="Arial"/>
                <a:ea typeface="Arial"/>
                <a:cs typeface="Arial"/>
              </a:defRPr>
            </a:lvl8pPr>
            <a:lvl9pPr>
              <a:defRPr sz="1275" b="0">
                <a:solidFill>
                  <a:srgbClr val="71827B"/>
                </a:solidFill>
                <a:latin typeface="Arial"/>
                <a:ea typeface="Arial"/>
                <a:cs typeface="Arial"/>
              </a:defRPr>
            </a:lvl9pPr>
          </a:lstStyle>
          <a:p xmlns:a="http://schemas.openxmlformats.org/drawingml/2006/main">
            <a:pPr>
              <a:defRPr sz="1275" b="0">
                <a:solidFill>
                  <a:srgbClr val="71827B"/>
                </a:solidFill>
                <a:latin typeface="Arial"/>
                <a:ea typeface="Arial"/>
                <a:cs typeface="Arial"/>
              </a:defRPr>
            </a:pPr>
            <a:r>
              <a:rPr sz="1275">
                <a:solidFill>
                  <a:srgbClr val="71827B"/>
                </a:solidFill>
                <a:latin typeface="Arial"/>
                <a:ea typeface="Arial"/>
                <a:cs typeface="Arial"/>
              </a:rPr>
              <a:t>05</a:t>
            </a:r>
          </a:p>
        </p:txBody>
      </p:sp>
    </p:spTree>
    <p:extLst>
      <p:ext uri="{BB962C8B-B14F-4D97-AF65-F5344CB8AC3E}">
        <p14:creationId xmlns:p14="http://schemas.microsoft.com/office/powerpoint/2010/main" val="1665963961"/>
      </p:ext>
    </p:extLst>
  </p:cSld>
</p:sld>
</file>

<file path=ppt/slides/slide6.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GRUP 1 / YAPILACAKLAR">
            <a:extLst xmlns:a="http://schemas.openxmlformats.org/drawingml/2006/main">
              <a:ext uri="{FF2B5EF4-FFF2-40B4-BE49-F238E27FC236}">
                <a16:creationId xmlns:a16="http://schemas.microsoft.com/office/drawing/2014/main" id="{4F984AE8-34C1-421E-852B-700CB3B2D5AA}"/>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146B61"/>
                </a:solidFill>
                <a:latin typeface="Arial"/>
                <a:ea typeface="Arial"/>
                <a:cs typeface="Arial"/>
              </a:defRPr>
            </a:defPPr>
            <a:lvl1pPr>
              <a:buNone/>
              <a:defRPr sz="1425" b="1">
                <a:solidFill>
                  <a:srgbClr val="146B61"/>
                </a:solidFill>
                <a:latin typeface="Arial"/>
                <a:ea typeface="Arial"/>
                <a:cs typeface="Arial"/>
              </a:defRPr>
            </a:lvl1pPr>
            <a:lvl2pPr>
              <a:buNone/>
              <a:defRPr sz="1425" b="1">
                <a:solidFill>
                  <a:srgbClr val="146B61"/>
                </a:solidFill>
                <a:latin typeface="Arial"/>
                <a:ea typeface="Arial"/>
                <a:cs typeface="Arial"/>
              </a:defRPr>
            </a:lvl2pPr>
            <a:lvl3pPr>
              <a:buNone/>
              <a:defRPr sz="1425" b="1">
                <a:solidFill>
                  <a:srgbClr val="146B61"/>
                </a:solidFill>
                <a:latin typeface="Arial"/>
                <a:ea typeface="Arial"/>
                <a:cs typeface="Arial"/>
              </a:defRPr>
            </a:lvl3pPr>
            <a:lvl4pPr>
              <a:buNone/>
              <a:defRPr sz="1425" b="1">
                <a:solidFill>
                  <a:srgbClr val="146B61"/>
                </a:solidFill>
                <a:latin typeface="Arial"/>
                <a:ea typeface="Arial"/>
                <a:cs typeface="Arial"/>
              </a:defRPr>
            </a:lvl4pPr>
            <a:lvl5pPr>
              <a:buNone/>
              <a:defRPr sz="1425" b="1">
                <a:solidFill>
                  <a:srgbClr val="146B61"/>
                </a:solidFill>
                <a:latin typeface="Arial"/>
                <a:ea typeface="Arial"/>
                <a:cs typeface="Arial"/>
              </a:defRPr>
            </a:lvl5pPr>
            <a:lvl6pPr>
              <a:buNone/>
              <a:defRPr sz="1425" b="1">
                <a:solidFill>
                  <a:srgbClr val="146B61"/>
                </a:solidFill>
                <a:latin typeface="Arial"/>
                <a:ea typeface="Arial"/>
                <a:cs typeface="Arial"/>
              </a:defRPr>
            </a:lvl6pPr>
            <a:lvl7pPr>
              <a:buNone/>
              <a:defRPr sz="1425" b="1">
                <a:solidFill>
                  <a:srgbClr val="146B61"/>
                </a:solidFill>
                <a:latin typeface="Arial"/>
                <a:ea typeface="Arial"/>
                <a:cs typeface="Arial"/>
              </a:defRPr>
            </a:lvl7pPr>
            <a:lvl8pPr>
              <a:buNone/>
              <a:defRPr sz="1425" b="1">
                <a:solidFill>
                  <a:srgbClr val="146B61"/>
                </a:solidFill>
                <a:latin typeface="Arial"/>
                <a:ea typeface="Arial"/>
                <a:cs typeface="Arial"/>
              </a:defRPr>
            </a:lvl8pPr>
            <a:lvl9pPr>
              <a:buNone/>
              <a:defRPr sz="1425" b="1">
                <a:solidFill>
                  <a:srgbClr val="146B61"/>
                </a:solidFill>
                <a:latin typeface="Arial"/>
                <a:ea typeface="Arial"/>
                <a:cs typeface="Arial"/>
              </a:defRPr>
            </a:lvl9pPr>
          </a:lstStyle>
          <a:p xmlns:a="http://schemas.openxmlformats.org/drawingml/2006/main">
            <a:pPr>
              <a:buNone/>
              <a:defRPr sz="1425" b="1">
                <a:solidFill>
                  <a:srgbClr val="146B61"/>
                </a:solidFill>
                <a:latin typeface="Arial"/>
                <a:ea typeface="Arial"/>
                <a:cs typeface="Arial"/>
              </a:defRPr>
            </a:pPr>
            <a:r>
              <a:rPr sz="1425" b="1">
                <a:solidFill>
                  <a:srgbClr val="146B61"/>
                </a:solidFill>
                <a:latin typeface="Arial"/>
                <a:ea typeface="Arial"/>
                <a:cs typeface="Arial"/>
              </a:rPr>
              <a:t>GRUP 1 / YAPILACAKLAR</a:t>
            </a:r>
          </a:p>
        </p:txBody>
      </p:sp>
      <p:sp>
        <p:nvSpPr>
          <p:cNvPr id="2" name="Başlık ve ayrıntı">
            <a:extLst xmlns:a="http://schemas.openxmlformats.org/drawingml/2006/main">
              <a:ext uri="{FF2B5EF4-FFF2-40B4-BE49-F238E27FC236}">
                <a16:creationId xmlns:a16="http://schemas.microsoft.com/office/drawing/2014/main" id="{F75AF1CF-9C07-428A-9161-E729F038036B}"/>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Başlık ve ayrıntı</a:t>
            </a:r>
          </a:p>
        </p:txBody>
      </p:sp>
      <p:sp>
        <p:nvSpPr>
          <p:cNvPr id="3" name="05">
            <a:extLst xmlns:a="http://schemas.openxmlformats.org/drawingml/2006/main">
              <a:ext uri="{FF2B5EF4-FFF2-40B4-BE49-F238E27FC236}">
                <a16:creationId xmlns:a16="http://schemas.microsoft.com/office/drawing/2014/main" id="{D8DDB4A0-1BA8-45EA-ACB0-D73C5786D1C3}"/>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06</a:t>
            </a:r>
          </a:p>
        </p:txBody>
      </p:sp>
      <p:sp>
        <p:nvSpPr>
          <p:cNvPr id="4" name="Her not, kısa bir başlık ve açıklama içe">
            <a:extLst xmlns:a="http://schemas.openxmlformats.org/drawingml/2006/main">
              <a:ext uri="{FF2B5EF4-FFF2-40B4-BE49-F238E27FC236}">
                <a16:creationId xmlns:a16="http://schemas.microsoft.com/office/drawing/2014/main" id="{D93002E9-2E53-436A-973B-A1B27153A01C}"/>
              </a:ext>
            </a:extLst>
          </p:cNvPr>
          <p:cNvSpPr>
            <a:spLocks xmlns:a="http://schemas.openxmlformats.org/drawingml/2006/main" noGrp="1"/>
          </p:cNvSpPr>
          <p:nvPr/>
        </p:nvSpPr>
        <p:spPr>
          <a:xfrm xmlns:a="http://schemas.openxmlformats.org/drawingml/2006/main">
            <a:off x="609600" y="16478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6B61"/>
                </a:solidFill>
                <a:latin typeface="Arial"/>
                <a:ea typeface="Arial"/>
                <a:cs typeface="Arial"/>
              </a:defRPr>
            </a:defPPr>
            <a:lvl1pPr>
              <a:buNone/>
              <a:defRPr sz="2025" b="1">
                <a:solidFill>
                  <a:srgbClr val="146B61"/>
                </a:solidFill>
                <a:latin typeface="Arial"/>
                <a:ea typeface="Arial"/>
                <a:cs typeface="Arial"/>
              </a:defRPr>
            </a:lvl1pPr>
            <a:lvl2pPr>
              <a:buNone/>
              <a:defRPr sz="2025" b="1">
                <a:solidFill>
                  <a:srgbClr val="146B61"/>
                </a:solidFill>
                <a:latin typeface="Arial"/>
                <a:ea typeface="Arial"/>
                <a:cs typeface="Arial"/>
              </a:defRPr>
            </a:lvl2pPr>
            <a:lvl3pPr>
              <a:buNone/>
              <a:defRPr sz="2025" b="1">
                <a:solidFill>
                  <a:srgbClr val="146B61"/>
                </a:solidFill>
                <a:latin typeface="Arial"/>
                <a:ea typeface="Arial"/>
                <a:cs typeface="Arial"/>
              </a:defRPr>
            </a:lvl3pPr>
            <a:lvl4pPr>
              <a:buNone/>
              <a:defRPr sz="2025" b="1">
                <a:solidFill>
                  <a:srgbClr val="146B61"/>
                </a:solidFill>
                <a:latin typeface="Arial"/>
                <a:ea typeface="Arial"/>
                <a:cs typeface="Arial"/>
              </a:defRPr>
            </a:lvl4pPr>
            <a:lvl5pPr>
              <a:buNone/>
              <a:defRPr sz="2025" b="1">
                <a:solidFill>
                  <a:srgbClr val="146B61"/>
                </a:solidFill>
                <a:latin typeface="Arial"/>
                <a:ea typeface="Arial"/>
                <a:cs typeface="Arial"/>
              </a:defRPr>
            </a:lvl5pPr>
            <a:lvl6pPr>
              <a:buNone/>
              <a:defRPr sz="2025" b="1">
                <a:solidFill>
                  <a:srgbClr val="146B61"/>
                </a:solidFill>
                <a:latin typeface="Arial"/>
                <a:ea typeface="Arial"/>
                <a:cs typeface="Arial"/>
              </a:defRPr>
            </a:lvl6pPr>
            <a:lvl7pPr>
              <a:buNone/>
              <a:defRPr sz="2025" b="1">
                <a:solidFill>
                  <a:srgbClr val="146B61"/>
                </a:solidFill>
                <a:latin typeface="Arial"/>
                <a:ea typeface="Arial"/>
                <a:cs typeface="Arial"/>
              </a:defRPr>
            </a:lvl7pPr>
            <a:lvl8pPr>
              <a:buNone/>
              <a:defRPr sz="2025" b="1">
                <a:solidFill>
                  <a:srgbClr val="146B61"/>
                </a:solidFill>
                <a:latin typeface="Arial"/>
                <a:ea typeface="Arial"/>
                <a:cs typeface="Arial"/>
              </a:defRPr>
            </a:lvl8pPr>
            <a:lvl9pPr>
              <a:buNone/>
              <a:defRPr sz="2025" b="1">
                <a:solidFill>
                  <a:srgbClr val="146B61"/>
                </a:solidFill>
                <a:latin typeface="Arial"/>
                <a:ea typeface="Arial"/>
                <a:cs typeface="Arial"/>
              </a:defRPr>
            </a:lvl9pPr>
          </a:lstStyle>
          <a:p xmlns:a="http://schemas.openxmlformats.org/drawingml/2006/main">
            <a:pPr>
              <a:buNone/>
              <a:defRPr sz="2025" b="1">
                <a:solidFill>
                  <a:srgbClr val="146B61"/>
                </a:solidFill>
                <a:latin typeface="Arial"/>
                <a:ea typeface="Arial"/>
                <a:cs typeface="Arial"/>
              </a:defRPr>
            </a:pPr>
            <a:r>
              <a:rPr sz="2025" b="1">
                <a:solidFill>
                  <a:srgbClr val="146B61"/>
                </a:solidFill>
                <a:latin typeface="Arial"/>
                <a:ea typeface="Arial"/>
                <a:cs typeface="Arial"/>
              </a:rPr>
              <a:t>Her not, kısa bir başlık ve açıklama içerecek.</a:t>
            </a:r>
          </a:p>
        </p:txBody>
      </p:sp>
      <p:sp>
        <p:nvSpPr>
          <p:cNvPr id="5" name="1.  Not modeline baslik alanı ekleyin. M">
            <a:extLst xmlns:a="http://schemas.openxmlformats.org/drawingml/2006/main">
              <a:ext uri="{FF2B5EF4-FFF2-40B4-BE49-F238E27FC236}">
                <a16:creationId xmlns:a16="http://schemas.microsoft.com/office/drawing/2014/main" id="{2DDB5142-A7A8-4AEC-9BB6-6E1F178275BA}"/>
              </a:ext>
            </a:extLst>
          </p:cNvPr>
          <p:cNvSpPr>
            <a:spLocks xmlns:a="http://schemas.openxmlformats.org/drawingml/2006/main" noGrp="1"/>
          </p:cNvSpPr>
          <p:nvPr/>
        </p:nvSpPr>
        <p:spPr>
          <a:xfrm xmlns:a="http://schemas.openxmlformats.org/drawingml/2006/main">
            <a:off x="609600" y="2343150"/>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1.  Not modeline baslik alanı ekleyin. Mevcut kimliği koruyun.</a:t>
            </a:r>
          </a:p>
        </p:txBody>
      </p:sp>
      <p:sp>
        <p:nvSpPr>
          <p:cNvPr id="6" name="2.  XML’e başlık girişi ekleyin. Satırda">
            <a:extLst xmlns:a="http://schemas.openxmlformats.org/drawingml/2006/main">
              <a:ext uri="{FF2B5EF4-FFF2-40B4-BE49-F238E27FC236}">
                <a16:creationId xmlns:a16="http://schemas.microsoft.com/office/drawing/2014/main" id="{46CB0C4F-0361-49C1-865B-9DD0DC5D5F15}"/>
              </a:ext>
            </a:extLst>
          </p:cNvPr>
          <p:cNvSpPr>
            <a:spLocks xmlns:a="http://schemas.openxmlformats.org/drawingml/2006/main" noGrp="1"/>
          </p:cNvSpPr>
          <p:nvPr/>
        </p:nvSpPr>
        <p:spPr>
          <a:xfrm xmlns:a="http://schemas.openxmlformats.org/drawingml/2006/main">
            <a:off x="609600" y="3209925"/>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2.  XML’e başlık girişi ekleyin. Satırda başlık ve kısa metin gösterin.</a:t>
            </a:r>
          </a:p>
        </p:txBody>
      </p:sp>
      <p:sp>
        <p:nvSpPr>
          <p:cNvPr id="7" name="3.  Başlığı 1–40 karakterle sınırlayın. ">
            <a:extLst xmlns:a="http://schemas.openxmlformats.org/drawingml/2006/main">
              <a:ext uri="{FF2B5EF4-FFF2-40B4-BE49-F238E27FC236}">
                <a16:creationId xmlns:a16="http://schemas.microsoft.com/office/drawing/2014/main" id="{A79D882C-ABC4-440C-A084-0F7B6AD9D8D4}"/>
              </a:ext>
            </a:extLst>
          </p:cNvPr>
          <p:cNvSpPr>
            <a:spLocks xmlns:a="http://schemas.openxmlformats.org/drawingml/2006/main" noGrp="1"/>
          </p:cNvSpPr>
          <p:nvPr/>
        </p:nvSpPr>
        <p:spPr>
          <a:xfrm xmlns:a="http://schemas.openxmlformats.org/drawingml/2006/main">
            <a:off x="609600" y="4076700"/>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3.  Başlığı 1–40 karakterle sınırlayın. Metin için mevcut 100 karakter kuralını koruyun.</a:t>
            </a:r>
          </a:p>
        </p:txBody>
      </p:sp>
      <p:sp>
        <p:nvSpPr>
          <p:cNvPr id="8" name="4.  Ekleme ve düzenlemede iki alanı birl">
            <a:extLst xmlns:a="http://schemas.openxmlformats.org/drawingml/2006/main">
              <a:ext uri="{FF2B5EF4-FFF2-40B4-BE49-F238E27FC236}">
                <a16:creationId xmlns:a16="http://schemas.microsoft.com/office/drawing/2014/main" id="{3F45B827-4E86-4803-8BAA-E66D19627283}"/>
              </a:ext>
            </a:extLst>
          </p:cNvPr>
          <p:cNvSpPr>
            <a:spLocks xmlns:a="http://schemas.openxmlformats.org/drawingml/2006/main" noGrp="1"/>
          </p:cNvSpPr>
          <p:nvPr/>
        </p:nvSpPr>
        <p:spPr>
          <a:xfrm xmlns:a="http://schemas.openxmlformats.org/drawingml/2006/main">
            <a:off x="609600" y="4943475"/>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4.  Ekleme ve düzenlemede iki alanı birlikte doğrulayın.</a:t>
            </a:r>
          </a:p>
        </p:txBody>
      </p:sp>
    </p:spTree>
    <p:extLst>
      <p:ext uri="{BB962C8B-B14F-4D97-AF65-F5344CB8AC3E}">
        <p14:creationId xmlns:p14="http://schemas.microsoft.com/office/powerpoint/2010/main" val="1883476134"/>
      </p:ext>
    </p:extLst>
  </p:cSld>
</p:sld>
</file>

<file path=ppt/slides/slide7.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GRUP 1 / HEDEF EKRAN TASLAĞI">
            <a:extLst xmlns:a="http://schemas.openxmlformats.org/drawingml/2006/main">
              <a:ext uri="{FF2B5EF4-FFF2-40B4-BE49-F238E27FC236}">
                <a16:creationId xmlns:a16="http://schemas.microsoft.com/office/drawing/2014/main" id="{00FF742F-9162-4F45-AFF6-BB423EB0536D}"/>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146B61"/>
                </a:solidFill>
                <a:latin typeface="Arial"/>
                <a:ea typeface="Arial"/>
                <a:cs typeface="Arial"/>
              </a:defRPr>
            </a:defPPr>
            <a:lvl1pPr>
              <a:buNone/>
              <a:defRPr sz="1425" b="1">
                <a:solidFill>
                  <a:srgbClr val="146B61"/>
                </a:solidFill>
                <a:latin typeface="Arial"/>
                <a:ea typeface="Arial"/>
                <a:cs typeface="Arial"/>
              </a:defRPr>
            </a:lvl1pPr>
            <a:lvl2pPr>
              <a:buNone/>
              <a:defRPr sz="1425" b="1">
                <a:solidFill>
                  <a:srgbClr val="146B61"/>
                </a:solidFill>
                <a:latin typeface="Arial"/>
                <a:ea typeface="Arial"/>
                <a:cs typeface="Arial"/>
              </a:defRPr>
            </a:lvl2pPr>
            <a:lvl3pPr>
              <a:buNone/>
              <a:defRPr sz="1425" b="1">
                <a:solidFill>
                  <a:srgbClr val="146B61"/>
                </a:solidFill>
                <a:latin typeface="Arial"/>
                <a:ea typeface="Arial"/>
                <a:cs typeface="Arial"/>
              </a:defRPr>
            </a:lvl3pPr>
            <a:lvl4pPr>
              <a:buNone/>
              <a:defRPr sz="1425" b="1">
                <a:solidFill>
                  <a:srgbClr val="146B61"/>
                </a:solidFill>
                <a:latin typeface="Arial"/>
                <a:ea typeface="Arial"/>
                <a:cs typeface="Arial"/>
              </a:defRPr>
            </a:lvl4pPr>
            <a:lvl5pPr>
              <a:buNone/>
              <a:defRPr sz="1425" b="1">
                <a:solidFill>
                  <a:srgbClr val="146B61"/>
                </a:solidFill>
                <a:latin typeface="Arial"/>
                <a:ea typeface="Arial"/>
                <a:cs typeface="Arial"/>
              </a:defRPr>
            </a:lvl5pPr>
            <a:lvl6pPr>
              <a:buNone/>
              <a:defRPr sz="1425" b="1">
                <a:solidFill>
                  <a:srgbClr val="146B61"/>
                </a:solidFill>
                <a:latin typeface="Arial"/>
                <a:ea typeface="Arial"/>
                <a:cs typeface="Arial"/>
              </a:defRPr>
            </a:lvl6pPr>
            <a:lvl7pPr>
              <a:buNone/>
              <a:defRPr sz="1425" b="1">
                <a:solidFill>
                  <a:srgbClr val="146B61"/>
                </a:solidFill>
                <a:latin typeface="Arial"/>
                <a:ea typeface="Arial"/>
                <a:cs typeface="Arial"/>
              </a:defRPr>
            </a:lvl7pPr>
            <a:lvl8pPr>
              <a:buNone/>
              <a:defRPr sz="1425" b="1">
                <a:solidFill>
                  <a:srgbClr val="146B61"/>
                </a:solidFill>
                <a:latin typeface="Arial"/>
                <a:ea typeface="Arial"/>
                <a:cs typeface="Arial"/>
              </a:defRPr>
            </a:lvl8pPr>
            <a:lvl9pPr>
              <a:buNone/>
              <a:defRPr sz="1425" b="1">
                <a:solidFill>
                  <a:srgbClr val="146B61"/>
                </a:solidFill>
                <a:latin typeface="Arial"/>
                <a:ea typeface="Arial"/>
                <a:cs typeface="Arial"/>
              </a:defRPr>
            </a:lvl9pPr>
          </a:lstStyle>
          <a:p xmlns:a="http://schemas.openxmlformats.org/drawingml/2006/main">
            <a:pPr>
              <a:buNone/>
              <a:defRPr sz="1425" b="1">
                <a:solidFill>
                  <a:srgbClr val="146B61"/>
                </a:solidFill>
                <a:latin typeface="Arial"/>
                <a:ea typeface="Arial"/>
                <a:cs typeface="Arial"/>
              </a:defRPr>
            </a:pPr>
            <a:r>
              <a:rPr sz="1425" b="1">
                <a:solidFill>
                  <a:srgbClr val="146B61"/>
                </a:solidFill>
                <a:latin typeface="Arial"/>
                <a:ea typeface="Arial"/>
                <a:cs typeface="Arial"/>
              </a:rPr>
              <a:t>GRUP 1 / HEDEF EKRAN TASLAĞI</a:t>
            </a:r>
          </a:p>
        </p:txBody>
      </p:sp>
      <p:sp>
        <p:nvSpPr>
          <p:cNvPr id="2" name="Başlık ve ayrıntı ekranı">
            <a:extLst xmlns:a="http://schemas.openxmlformats.org/drawingml/2006/main">
              <a:ext uri="{FF2B5EF4-FFF2-40B4-BE49-F238E27FC236}">
                <a16:creationId xmlns:a16="http://schemas.microsoft.com/office/drawing/2014/main" id="{E80FF887-7E15-4B8A-B8E3-EA9F7BBC1956}"/>
              </a:ext>
            </a:extLst>
          </p:cNvPr>
          <p:cNvSpPr>
            <a:spLocks xmlns:a="http://schemas.openxmlformats.org/drawingml/2006/main" noGrp="1"/>
          </p:cNvSpPr>
          <p:nvPr/>
        </p:nvSpPr>
        <p:spPr>
          <a:xfrm xmlns:a="http://schemas.openxmlformats.org/drawingml/2006/main">
            <a:off x="609600" y="781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Başlık ve ayrıntı ekranı</a:t>
            </a:r>
          </a:p>
        </p:txBody>
      </p:sp>
      <p:sp>
        <p:nvSpPr>
          <p:cNvPr id="3" name="Başlık için ayrı giriş alanı bulunur.">
            <a:extLst xmlns:a="http://schemas.openxmlformats.org/drawingml/2006/main">
              <a:ext uri="{FF2B5EF4-FFF2-40B4-BE49-F238E27FC236}">
                <a16:creationId xmlns:a16="http://schemas.microsoft.com/office/drawing/2014/main" id="{9454099A-1884-497B-B741-FC2A35997A40}"/>
              </a:ext>
            </a:extLst>
          </p:cNvPr>
          <p:cNvSpPr>
            <a:spLocks xmlns:a="http://schemas.openxmlformats.org/drawingml/2006/main" noGrp="1"/>
          </p:cNvSpPr>
          <p:nvPr/>
        </p:nvSpPr>
        <p:spPr>
          <a:xfrm xmlns:a="http://schemas.openxmlformats.org/drawingml/2006/main">
            <a:off x="609600" y="2085975"/>
            <a:ext cx="590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Başlık için ayrı giriş alanı bulunur.</a:t>
            </a:r>
          </a:p>
        </p:txBody>
      </p:sp>
      <p:sp>
        <p:nvSpPr>
          <p:cNvPr id="4" name="Liste satırı başlığı ve not metnini birlikte ">
            <a:extLst xmlns:a="http://schemas.openxmlformats.org/drawingml/2006/main">
              <a:ext uri="{FF2B5EF4-FFF2-40B4-BE49-F238E27FC236}">
                <a16:creationId xmlns:a16="http://schemas.microsoft.com/office/drawing/2014/main" id="{2AFDA71D-98C3-49A9-B8F0-38638172D30F}"/>
              </a:ext>
            </a:extLst>
          </p:cNvPr>
          <p:cNvSpPr>
            <a:spLocks xmlns:a="http://schemas.openxmlformats.org/drawingml/2006/main" noGrp="1"/>
          </p:cNvSpPr>
          <p:nvPr/>
        </p:nvSpPr>
        <p:spPr>
          <a:xfrm xmlns:a="http://schemas.openxmlformats.org/drawingml/2006/main">
            <a:off x="609600" y="3152775"/>
            <a:ext cx="590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Liste satırı başlığı ve not metnini birlikte gösterir.</a:t>
            </a:r>
          </a:p>
        </p:txBody>
      </p:sp>
      <p:sp>
        <p:nvSpPr>
          <p:cNvPr id="5" name="Düzenle düğmesi aynı notun iki alanını güncel">
            <a:extLst xmlns:a="http://schemas.openxmlformats.org/drawingml/2006/main">
              <a:ext uri="{FF2B5EF4-FFF2-40B4-BE49-F238E27FC236}">
                <a16:creationId xmlns:a16="http://schemas.microsoft.com/office/drawing/2014/main" id="{EA229166-CD5B-4B23-9A14-AEA9F445F670}"/>
              </a:ext>
            </a:extLst>
          </p:cNvPr>
          <p:cNvSpPr>
            <a:spLocks xmlns:a="http://schemas.openxmlformats.org/drawingml/2006/main" noGrp="1"/>
          </p:cNvSpPr>
          <p:nvPr/>
        </p:nvSpPr>
        <p:spPr>
          <a:xfrm xmlns:a="http://schemas.openxmlformats.org/drawingml/2006/main">
            <a:off x="609600" y="4219575"/>
            <a:ext cx="590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Düzenle düğmesi aynı notun iki alanını günceller.</a:t>
            </a:r>
          </a:p>
        </p:txBody>
      </p:sp>
      <p:pic>
        <p:nvPicPr>
          <p:cNvPr id="6" name="">
            <a:extLst xmlns:a="http://schemas.openxmlformats.org/drawingml/2006/main">
              <a:ext uri="{FF2B5EF4-FFF2-40B4-BE49-F238E27FC236}">
                <a16:creationId xmlns:a16="http://schemas.microsoft.com/office/drawing/2014/main" id="{4F1CB4F7-E625-46D0-9DCD-97E7866CC5E0}"/>
              </a:ext>
            </a:extLst>
          </p:cNvPr>
          <p:cNvPicPr>
            <a:picLocks xmlns:a="http://schemas.openxmlformats.org/drawingml/2006/main" noChangeAspect="1"/>
          </p:cNvPicPr>
          <p:nvPr/>
        </p:nvPicPr>
        <p:blipFill>
          <a:blip xmlns:r="http://schemas.openxmlformats.org/officeDocument/2006/relationships" xmlns:a="http://schemas.openxmlformats.org/drawingml/2006/main" r:embed="R2fd673bc8a9e4b05"/>
          <a:srcRect xmlns:a="http://schemas.openxmlformats.org/drawingml/2006/main" l="0" t="0" r="0" b="25000"/>
          <a:stretch xmlns:a="http://schemas.openxmlformats.org/drawingml/2006/main"/>
        </p:blipFill>
        <p:spPr>
          <a:xfrm xmlns:a="http://schemas.openxmlformats.org/drawingml/2006/main">
            <a:off x="8010525" y="1685925"/>
            <a:ext cx="2628900" cy="4381500"/>
          </a:xfrm>
          <a:prstGeom xmlns:a="http://schemas.openxmlformats.org/drawingml/2006/main" prst="rect">
            <a:avLst/>
          </a:prstGeom>
        </p:spPr>
      </p:pic>
      <p:sp>
        <p:nvSpPr>
          <p:cNvPr id="7" name="Arayüz prototipi. Hedef davranış, grup görevi">
            <a:extLst xmlns:a="http://schemas.openxmlformats.org/drawingml/2006/main">
              <a:ext uri="{FF2B5EF4-FFF2-40B4-BE49-F238E27FC236}">
                <a16:creationId xmlns:a16="http://schemas.microsoft.com/office/drawing/2014/main" id="{D64FD01F-F009-451F-B34E-65612F6C87B4}"/>
              </a:ext>
            </a:extLst>
          </p:cNvPr>
          <p:cNvSpPr>
            <a:spLocks xmlns:a="http://schemas.openxmlformats.org/drawingml/2006/main" noGrp="1"/>
          </p:cNvSpPr>
          <p:nvPr/>
        </p:nvSpPr>
        <p:spPr>
          <a:xfrm xmlns:a="http://schemas.openxmlformats.org/drawingml/2006/main">
            <a:off x="609600" y="627697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67A71"/>
                </a:solidFill>
                <a:latin typeface="Arial"/>
                <a:ea typeface="Arial"/>
                <a:cs typeface="Arial"/>
              </a:defRPr>
            </a:defPPr>
            <a:lvl1pPr>
              <a:buNone/>
              <a:defRPr sz="1725" b="0">
                <a:solidFill>
                  <a:srgbClr val="667A71"/>
                </a:solidFill>
                <a:latin typeface="Arial"/>
                <a:ea typeface="Arial"/>
                <a:cs typeface="Arial"/>
              </a:defRPr>
            </a:lvl1pPr>
            <a:lvl2pPr>
              <a:buNone/>
              <a:defRPr sz="1725" b="0">
                <a:solidFill>
                  <a:srgbClr val="667A71"/>
                </a:solidFill>
                <a:latin typeface="Arial"/>
                <a:ea typeface="Arial"/>
                <a:cs typeface="Arial"/>
              </a:defRPr>
            </a:lvl2pPr>
            <a:lvl3pPr>
              <a:buNone/>
              <a:defRPr sz="1725" b="0">
                <a:solidFill>
                  <a:srgbClr val="667A71"/>
                </a:solidFill>
                <a:latin typeface="Arial"/>
                <a:ea typeface="Arial"/>
                <a:cs typeface="Arial"/>
              </a:defRPr>
            </a:lvl3pPr>
            <a:lvl4pPr>
              <a:buNone/>
              <a:defRPr sz="1725" b="0">
                <a:solidFill>
                  <a:srgbClr val="667A71"/>
                </a:solidFill>
                <a:latin typeface="Arial"/>
                <a:ea typeface="Arial"/>
                <a:cs typeface="Arial"/>
              </a:defRPr>
            </a:lvl4pPr>
            <a:lvl5pPr>
              <a:buNone/>
              <a:defRPr sz="1725" b="0">
                <a:solidFill>
                  <a:srgbClr val="667A71"/>
                </a:solidFill>
                <a:latin typeface="Arial"/>
                <a:ea typeface="Arial"/>
                <a:cs typeface="Arial"/>
              </a:defRPr>
            </a:lvl5pPr>
            <a:lvl6pPr>
              <a:buNone/>
              <a:defRPr sz="1725" b="0">
                <a:solidFill>
                  <a:srgbClr val="667A71"/>
                </a:solidFill>
                <a:latin typeface="Arial"/>
                <a:ea typeface="Arial"/>
                <a:cs typeface="Arial"/>
              </a:defRPr>
            </a:lvl6pPr>
            <a:lvl7pPr>
              <a:buNone/>
              <a:defRPr sz="1725" b="0">
                <a:solidFill>
                  <a:srgbClr val="667A71"/>
                </a:solidFill>
                <a:latin typeface="Arial"/>
                <a:ea typeface="Arial"/>
                <a:cs typeface="Arial"/>
              </a:defRPr>
            </a:lvl7pPr>
            <a:lvl8pPr>
              <a:buNone/>
              <a:defRPr sz="1725" b="0">
                <a:solidFill>
                  <a:srgbClr val="667A71"/>
                </a:solidFill>
                <a:latin typeface="Arial"/>
                <a:ea typeface="Arial"/>
                <a:cs typeface="Arial"/>
              </a:defRPr>
            </a:lvl8pPr>
            <a:lvl9pPr>
              <a:buNone/>
              <a:defRPr sz="1725" b="0">
                <a:solidFill>
                  <a:srgbClr val="667A71"/>
                </a:solidFill>
                <a:latin typeface="Arial"/>
                <a:ea typeface="Arial"/>
                <a:cs typeface="Arial"/>
              </a:defRPr>
            </a:lvl9pPr>
          </a:lstStyle>
          <a:p xmlns:a="http://schemas.openxmlformats.org/drawingml/2006/main">
            <a:pPr>
              <a:buNone/>
              <a:defRPr sz="1725" b="0">
                <a:solidFill>
                  <a:srgbClr val="667A71"/>
                </a:solidFill>
                <a:latin typeface="Arial"/>
                <a:ea typeface="Arial"/>
                <a:cs typeface="Arial"/>
              </a:defRPr>
            </a:pPr>
            <a:r>
              <a:rPr sz="1725" b="0">
                <a:solidFill>
                  <a:srgbClr val="667A71"/>
                </a:solidFill>
                <a:latin typeface="Arial"/>
                <a:ea typeface="Arial"/>
                <a:cs typeface="Arial"/>
              </a:rPr>
              <a:t>Arayüz prototipi. Hedef davranış, grup görevi sırasında kodlanacak.</a:t>
            </a:r>
          </a:p>
        </p:txBody>
      </p:sp>
      <p:sp>
        <p:nvSpPr>
          <p:cNvPr id="8" name="">
            <a:extLst xmlns:a="http://schemas.openxmlformats.org/drawingml/2006/main">
              <a:ext uri="{FF2B5EF4-FFF2-40B4-BE49-F238E27FC236}">
                <a16:creationId xmlns:a16="http://schemas.microsoft.com/office/drawing/2014/main" id="{55259065-1338-4DEB-B703-0519D9E0478E}"/>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a:solidFill>
                  <a:srgbClr val="71827B"/>
                </a:solidFill>
                <a:latin typeface="Arial"/>
                <a:ea typeface="Arial"/>
                <a:cs typeface="Arial"/>
              </a:rPr>
              <a:t>07</a:t>
            </a:r>
          </a:p>
        </p:txBody>
      </p:sp>
    </p:spTree>
    <p:extLst>
      <p:ext uri="{BB962C8B-B14F-4D97-AF65-F5344CB8AC3E}">
        <p14:creationId xmlns:p14="http://schemas.microsoft.com/office/powerpoint/2010/main" val="1186930584"/>
      </p:ext>
    </p:extLst>
  </p:cSld>
</p:sld>
</file>

<file path=ppt/slides/slide8.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GRUP 1 / BAŞLIK VE AYRINTI">
            <a:extLst xmlns:a="http://schemas.openxmlformats.org/drawingml/2006/main">
              <a:ext uri="{FF2B5EF4-FFF2-40B4-BE49-F238E27FC236}">
                <a16:creationId xmlns:a16="http://schemas.microsoft.com/office/drawing/2014/main" id="{96AB602E-034B-4DA4-B5AA-A62F8B8D41A1}"/>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146B61"/>
                </a:solidFill>
                <a:latin typeface="Arial"/>
                <a:ea typeface="Arial"/>
                <a:cs typeface="Arial"/>
              </a:defRPr>
            </a:defPPr>
            <a:lvl1pPr>
              <a:buNone/>
              <a:defRPr sz="1425" b="1">
                <a:solidFill>
                  <a:srgbClr val="146B61"/>
                </a:solidFill>
                <a:latin typeface="Arial"/>
                <a:ea typeface="Arial"/>
                <a:cs typeface="Arial"/>
              </a:defRPr>
            </a:lvl1pPr>
            <a:lvl2pPr>
              <a:buNone/>
              <a:defRPr sz="1425" b="1">
                <a:solidFill>
                  <a:srgbClr val="146B61"/>
                </a:solidFill>
                <a:latin typeface="Arial"/>
                <a:ea typeface="Arial"/>
                <a:cs typeface="Arial"/>
              </a:defRPr>
            </a:lvl2pPr>
            <a:lvl3pPr>
              <a:buNone/>
              <a:defRPr sz="1425" b="1">
                <a:solidFill>
                  <a:srgbClr val="146B61"/>
                </a:solidFill>
                <a:latin typeface="Arial"/>
                <a:ea typeface="Arial"/>
                <a:cs typeface="Arial"/>
              </a:defRPr>
            </a:lvl3pPr>
            <a:lvl4pPr>
              <a:buNone/>
              <a:defRPr sz="1425" b="1">
                <a:solidFill>
                  <a:srgbClr val="146B61"/>
                </a:solidFill>
                <a:latin typeface="Arial"/>
                <a:ea typeface="Arial"/>
                <a:cs typeface="Arial"/>
              </a:defRPr>
            </a:lvl4pPr>
            <a:lvl5pPr>
              <a:buNone/>
              <a:defRPr sz="1425" b="1">
                <a:solidFill>
                  <a:srgbClr val="146B61"/>
                </a:solidFill>
                <a:latin typeface="Arial"/>
                <a:ea typeface="Arial"/>
                <a:cs typeface="Arial"/>
              </a:defRPr>
            </a:lvl5pPr>
            <a:lvl6pPr>
              <a:buNone/>
              <a:defRPr sz="1425" b="1">
                <a:solidFill>
                  <a:srgbClr val="146B61"/>
                </a:solidFill>
                <a:latin typeface="Arial"/>
                <a:ea typeface="Arial"/>
                <a:cs typeface="Arial"/>
              </a:defRPr>
            </a:lvl6pPr>
            <a:lvl7pPr>
              <a:buNone/>
              <a:defRPr sz="1425" b="1">
                <a:solidFill>
                  <a:srgbClr val="146B61"/>
                </a:solidFill>
                <a:latin typeface="Arial"/>
                <a:ea typeface="Arial"/>
                <a:cs typeface="Arial"/>
              </a:defRPr>
            </a:lvl7pPr>
            <a:lvl8pPr>
              <a:buNone/>
              <a:defRPr sz="1425" b="1">
                <a:solidFill>
                  <a:srgbClr val="146B61"/>
                </a:solidFill>
                <a:latin typeface="Arial"/>
                <a:ea typeface="Arial"/>
                <a:cs typeface="Arial"/>
              </a:defRPr>
            </a:lvl8pPr>
            <a:lvl9pPr>
              <a:buNone/>
              <a:defRPr sz="1425" b="1">
                <a:solidFill>
                  <a:srgbClr val="146B61"/>
                </a:solidFill>
                <a:latin typeface="Arial"/>
                <a:ea typeface="Arial"/>
                <a:cs typeface="Arial"/>
              </a:defRPr>
            </a:lvl9pPr>
          </a:lstStyle>
          <a:p xmlns:a="http://schemas.openxmlformats.org/drawingml/2006/main">
            <a:pPr>
              <a:buNone/>
              <a:defRPr sz="1425" b="1">
                <a:solidFill>
                  <a:srgbClr val="146B61"/>
                </a:solidFill>
                <a:latin typeface="Arial"/>
                <a:ea typeface="Arial"/>
                <a:cs typeface="Arial"/>
              </a:defRPr>
            </a:pPr>
            <a:r>
              <a:rPr sz="1425" b="1">
                <a:solidFill>
                  <a:srgbClr val="146B61"/>
                </a:solidFill>
                <a:latin typeface="Arial"/>
                <a:ea typeface="Arial"/>
                <a:cs typeface="Arial"/>
              </a:rPr>
              <a:t>GRUP 1 / BAŞLIK VE AYRINTI</a:t>
            </a:r>
          </a:p>
        </p:txBody>
      </p:sp>
      <p:sp>
        <p:nvSpPr>
          <p:cNvPr id="2" name="Öğrenilecekler ve kazanımlar">
            <a:extLst xmlns:a="http://schemas.openxmlformats.org/drawingml/2006/main">
              <a:ext uri="{FF2B5EF4-FFF2-40B4-BE49-F238E27FC236}">
                <a16:creationId xmlns:a16="http://schemas.microsoft.com/office/drawing/2014/main" id="{814839A4-FD6E-4CDE-935D-3BD1D9D9D52B}"/>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Öğrenilecekler ve kazanımlar</a:t>
            </a:r>
          </a:p>
        </p:txBody>
      </p:sp>
      <p:sp>
        <p:nvSpPr>
          <p:cNvPr id="3" name="06">
            <a:extLst xmlns:a="http://schemas.openxmlformats.org/drawingml/2006/main">
              <a:ext uri="{FF2B5EF4-FFF2-40B4-BE49-F238E27FC236}">
                <a16:creationId xmlns:a16="http://schemas.microsoft.com/office/drawing/2014/main" id="{6236E4C7-A323-44E7-92D8-9F24F442A766}"/>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08</a:t>
            </a:r>
          </a:p>
        </p:txBody>
      </p:sp>
      <p:sp>
        <p:nvSpPr>
          <p:cNvPr id="4" name="Öğrenilecek konular">
            <a:extLst xmlns:a="http://schemas.openxmlformats.org/drawingml/2006/main">
              <a:ext uri="{FF2B5EF4-FFF2-40B4-BE49-F238E27FC236}">
                <a16:creationId xmlns:a16="http://schemas.microsoft.com/office/drawing/2014/main" id="{0E0A326E-5ED2-44F5-AAD2-8131553EB07E}"/>
              </a:ext>
            </a:extLst>
          </p:cNvPr>
          <p:cNvSpPr>
            <a:spLocks xmlns:a="http://schemas.openxmlformats.org/drawingml/2006/main" noGrp="1"/>
          </p:cNvSpPr>
          <p:nvPr/>
        </p:nvSpPr>
        <p:spPr>
          <a:xfrm xmlns:a="http://schemas.openxmlformats.org/drawingml/2006/main">
            <a:off x="609600" y="179070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6B61"/>
                </a:solidFill>
                <a:latin typeface="Arial"/>
                <a:ea typeface="Arial"/>
                <a:cs typeface="Arial"/>
              </a:defRPr>
            </a:defPPr>
            <a:lvl1pPr>
              <a:buNone/>
              <a:defRPr sz="2250" b="1">
                <a:solidFill>
                  <a:srgbClr val="146B61"/>
                </a:solidFill>
                <a:latin typeface="Arial"/>
                <a:ea typeface="Arial"/>
                <a:cs typeface="Arial"/>
              </a:defRPr>
            </a:lvl1pPr>
            <a:lvl2pPr>
              <a:buNone/>
              <a:defRPr sz="2250" b="1">
                <a:solidFill>
                  <a:srgbClr val="146B61"/>
                </a:solidFill>
                <a:latin typeface="Arial"/>
                <a:ea typeface="Arial"/>
                <a:cs typeface="Arial"/>
              </a:defRPr>
            </a:lvl2pPr>
            <a:lvl3pPr>
              <a:buNone/>
              <a:defRPr sz="2250" b="1">
                <a:solidFill>
                  <a:srgbClr val="146B61"/>
                </a:solidFill>
                <a:latin typeface="Arial"/>
                <a:ea typeface="Arial"/>
                <a:cs typeface="Arial"/>
              </a:defRPr>
            </a:lvl3pPr>
            <a:lvl4pPr>
              <a:buNone/>
              <a:defRPr sz="2250" b="1">
                <a:solidFill>
                  <a:srgbClr val="146B61"/>
                </a:solidFill>
                <a:latin typeface="Arial"/>
                <a:ea typeface="Arial"/>
                <a:cs typeface="Arial"/>
              </a:defRPr>
            </a:lvl4pPr>
            <a:lvl5pPr>
              <a:buNone/>
              <a:defRPr sz="2250" b="1">
                <a:solidFill>
                  <a:srgbClr val="146B61"/>
                </a:solidFill>
                <a:latin typeface="Arial"/>
                <a:ea typeface="Arial"/>
                <a:cs typeface="Arial"/>
              </a:defRPr>
            </a:lvl5pPr>
            <a:lvl6pPr>
              <a:buNone/>
              <a:defRPr sz="2250" b="1">
                <a:solidFill>
                  <a:srgbClr val="146B61"/>
                </a:solidFill>
                <a:latin typeface="Arial"/>
                <a:ea typeface="Arial"/>
                <a:cs typeface="Arial"/>
              </a:defRPr>
            </a:lvl6pPr>
            <a:lvl7pPr>
              <a:buNone/>
              <a:defRPr sz="2250" b="1">
                <a:solidFill>
                  <a:srgbClr val="146B61"/>
                </a:solidFill>
                <a:latin typeface="Arial"/>
                <a:ea typeface="Arial"/>
                <a:cs typeface="Arial"/>
              </a:defRPr>
            </a:lvl7pPr>
            <a:lvl8pPr>
              <a:buNone/>
              <a:defRPr sz="2250" b="1">
                <a:solidFill>
                  <a:srgbClr val="146B61"/>
                </a:solidFill>
                <a:latin typeface="Arial"/>
                <a:ea typeface="Arial"/>
                <a:cs typeface="Arial"/>
              </a:defRPr>
            </a:lvl8pPr>
            <a:lvl9pPr>
              <a:buNone/>
              <a:defRPr sz="2250" b="1">
                <a:solidFill>
                  <a:srgbClr val="146B61"/>
                </a:solidFill>
                <a:latin typeface="Arial"/>
                <a:ea typeface="Arial"/>
                <a:cs typeface="Arial"/>
              </a:defRPr>
            </a:lvl9pPr>
          </a:lstStyle>
          <a:p xmlns:a="http://schemas.openxmlformats.org/drawingml/2006/main">
            <a:pPr>
              <a:buNone/>
              <a:defRPr sz="2250" b="1">
                <a:solidFill>
                  <a:srgbClr val="146B61"/>
                </a:solidFill>
                <a:latin typeface="Arial"/>
                <a:ea typeface="Arial"/>
                <a:cs typeface="Arial"/>
              </a:defRPr>
            </a:pPr>
            <a:r>
              <a:rPr sz="2250" b="1">
                <a:solidFill>
                  <a:srgbClr val="146B61"/>
                </a:solidFill>
                <a:latin typeface="Arial"/>
                <a:ea typeface="Arial"/>
                <a:cs typeface="Arial"/>
              </a:rPr>
              <a:t>Öğrenilecek konular</a:t>
            </a:r>
          </a:p>
        </p:txBody>
      </p:sp>
      <p:sp>
        <p:nvSpPr>
          <p:cNvPr id="5" name="Ölçülebilir kazanımlar">
            <a:extLst xmlns:a="http://schemas.openxmlformats.org/drawingml/2006/main">
              <a:ext uri="{FF2B5EF4-FFF2-40B4-BE49-F238E27FC236}">
                <a16:creationId xmlns:a16="http://schemas.microsoft.com/office/drawing/2014/main" id="{95F6FE4E-9E77-4EF2-9566-632A770D1AD6}"/>
              </a:ext>
            </a:extLst>
          </p:cNvPr>
          <p:cNvSpPr>
            <a:spLocks xmlns:a="http://schemas.openxmlformats.org/drawingml/2006/main" noGrp="1"/>
          </p:cNvSpPr>
          <p:nvPr/>
        </p:nvSpPr>
        <p:spPr>
          <a:xfrm xmlns:a="http://schemas.openxmlformats.org/drawingml/2006/main">
            <a:off x="6448425" y="179070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6B61"/>
                </a:solidFill>
                <a:latin typeface="Arial"/>
                <a:ea typeface="Arial"/>
                <a:cs typeface="Arial"/>
              </a:defRPr>
            </a:defPPr>
            <a:lvl1pPr>
              <a:buNone/>
              <a:defRPr sz="2250" b="1">
                <a:solidFill>
                  <a:srgbClr val="146B61"/>
                </a:solidFill>
                <a:latin typeface="Arial"/>
                <a:ea typeface="Arial"/>
                <a:cs typeface="Arial"/>
              </a:defRPr>
            </a:lvl1pPr>
            <a:lvl2pPr>
              <a:buNone/>
              <a:defRPr sz="2250" b="1">
                <a:solidFill>
                  <a:srgbClr val="146B61"/>
                </a:solidFill>
                <a:latin typeface="Arial"/>
                <a:ea typeface="Arial"/>
                <a:cs typeface="Arial"/>
              </a:defRPr>
            </a:lvl2pPr>
            <a:lvl3pPr>
              <a:buNone/>
              <a:defRPr sz="2250" b="1">
                <a:solidFill>
                  <a:srgbClr val="146B61"/>
                </a:solidFill>
                <a:latin typeface="Arial"/>
                <a:ea typeface="Arial"/>
                <a:cs typeface="Arial"/>
              </a:defRPr>
            </a:lvl3pPr>
            <a:lvl4pPr>
              <a:buNone/>
              <a:defRPr sz="2250" b="1">
                <a:solidFill>
                  <a:srgbClr val="146B61"/>
                </a:solidFill>
                <a:latin typeface="Arial"/>
                <a:ea typeface="Arial"/>
                <a:cs typeface="Arial"/>
              </a:defRPr>
            </a:lvl4pPr>
            <a:lvl5pPr>
              <a:buNone/>
              <a:defRPr sz="2250" b="1">
                <a:solidFill>
                  <a:srgbClr val="146B61"/>
                </a:solidFill>
                <a:latin typeface="Arial"/>
                <a:ea typeface="Arial"/>
                <a:cs typeface="Arial"/>
              </a:defRPr>
            </a:lvl5pPr>
            <a:lvl6pPr>
              <a:buNone/>
              <a:defRPr sz="2250" b="1">
                <a:solidFill>
                  <a:srgbClr val="146B61"/>
                </a:solidFill>
                <a:latin typeface="Arial"/>
                <a:ea typeface="Arial"/>
                <a:cs typeface="Arial"/>
              </a:defRPr>
            </a:lvl6pPr>
            <a:lvl7pPr>
              <a:buNone/>
              <a:defRPr sz="2250" b="1">
                <a:solidFill>
                  <a:srgbClr val="146B61"/>
                </a:solidFill>
                <a:latin typeface="Arial"/>
                <a:ea typeface="Arial"/>
                <a:cs typeface="Arial"/>
              </a:defRPr>
            </a:lvl7pPr>
            <a:lvl8pPr>
              <a:buNone/>
              <a:defRPr sz="2250" b="1">
                <a:solidFill>
                  <a:srgbClr val="146B61"/>
                </a:solidFill>
                <a:latin typeface="Arial"/>
                <a:ea typeface="Arial"/>
                <a:cs typeface="Arial"/>
              </a:defRPr>
            </a:lvl8pPr>
            <a:lvl9pPr>
              <a:buNone/>
              <a:defRPr sz="2250" b="1">
                <a:solidFill>
                  <a:srgbClr val="146B61"/>
                </a:solidFill>
                <a:latin typeface="Arial"/>
                <a:ea typeface="Arial"/>
                <a:cs typeface="Arial"/>
              </a:defRPr>
            </a:lvl9pPr>
          </a:lstStyle>
          <a:p xmlns:a="http://schemas.openxmlformats.org/drawingml/2006/main">
            <a:pPr>
              <a:buNone/>
              <a:defRPr sz="2250" b="1">
                <a:solidFill>
                  <a:srgbClr val="146B61"/>
                </a:solidFill>
                <a:latin typeface="Arial"/>
                <a:ea typeface="Arial"/>
                <a:cs typeface="Arial"/>
              </a:defRPr>
            </a:pPr>
            <a:r>
              <a:rPr sz="2250" b="1">
                <a:solidFill>
                  <a:srgbClr val="146B61"/>
                </a:solidFill>
                <a:latin typeface="Arial"/>
                <a:ea typeface="Arial"/>
                <a:cs typeface="Arial"/>
              </a:rPr>
              <a:t>Ölçülebilir kazanımlar</a:t>
            </a:r>
          </a:p>
        </p:txBody>
      </p:sp>
      <p:sp>
        <p:nvSpPr>
          <p:cNvPr id="6" name="Data class alanları ve copy kullanımı">
            <a:extLst xmlns:a="http://schemas.openxmlformats.org/drawingml/2006/main">
              <a:ext uri="{FF2B5EF4-FFF2-40B4-BE49-F238E27FC236}">
                <a16:creationId xmlns:a16="http://schemas.microsoft.com/office/drawing/2014/main" id="{6639FFF1-75C9-4B54-AF11-A78374D3310E}"/>
              </a:ext>
            </a:extLst>
          </p:cNvPr>
          <p:cNvSpPr>
            <a:spLocks xmlns:a="http://schemas.openxmlformats.org/drawingml/2006/main" noGrp="1"/>
          </p:cNvSpPr>
          <p:nvPr/>
        </p:nvSpPr>
        <p:spPr>
          <a:xfrm xmlns:a="http://schemas.openxmlformats.org/drawingml/2006/main">
            <a:off x="609600" y="249555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Data class alanları ve copy kullanımı</a:t>
            </a:r>
          </a:p>
        </p:txBody>
      </p:sp>
      <p:sp>
        <p:nvSpPr>
          <p:cNvPr id="7" name="EditText, TextView ve ViewBinding bağlan">
            <a:extLst xmlns:a="http://schemas.openxmlformats.org/drawingml/2006/main">
              <a:ext uri="{FF2B5EF4-FFF2-40B4-BE49-F238E27FC236}">
                <a16:creationId xmlns:a16="http://schemas.microsoft.com/office/drawing/2014/main" id="{3DF8EE65-2FAA-40AB-8A87-BC9D7143261E}"/>
              </a:ext>
            </a:extLst>
          </p:cNvPr>
          <p:cNvSpPr>
            <a:spLocks xmlns:a="http://schemas.openxmlformats.org/drawingml/2006/main" noGrp="1"/>
          </p:cNvSpPr>
          <p:nvPr/>
        </p:nvSpPr>
        <p:spPr>
          <a:xfrm xmlns:a="http://schemas.openxmlformats.org/drawingml/2006/main">
            <a:off x="609600" y="3590925"/>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EditText, TextView ve ViewBinding bağlantısı</a:t>
            </a:r>
          </a:p>
        </p:txBody>
      </p:sp>
      <p:sp>
        <p:nvSpPr>
          <p:cNvPr id="8" name="Adapter içinde birden fazla alanı bağlam">
            <a:extLst xmlns:a="http://schemas.openxmlformats.org/drawingml/2006/main">
              <a:ext uri="{FF2B5EF4-FFF2-40B4-BE49-F238E27FC236}">
                <a16:creationId xmlns:a16="http://schemas.microsoft.com/office/drawing/2014/main" id="{A74A894D-BDE4-45C3-8432-466226CE4555}"/>
              </a:ext>
            </a:extLst>
          </p:cNvPr>
          <p:cNvSpPr>
            <a:spLocks xmlns:a="http://schemas.openxmlformats.org/drawingml/2006/main" noGrp="1"/>
          </p:cNvSpPr>
          <p:nvPr/>
        </p:nvSpPr>
        <p:spPr>
          <a:xfrm xmlns:a="http://schemas.openxmlformats.org/drawingml/2006/main">
            <a:off x="609600" y="468630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Adapter içinde birden fazla alanı bağlama</a:t>
            </a:r>
          </a:p>
        </p:txBody>
      </p:sp>
      <p:sp>
        <p:nvSpPr>
          <p:cNvPr id="9" name="Öğrenci modele yeni alan ekleyip ekranla">
            <a:extLst xmlns:a="http://schemas.openxmlformats.org/drawingml/2006/main">
              <a:ext uri="{FF2B5EF4-FFF2-40B4-BE49-F238E27FC236}">
                <a16:creationId xmlns:a16="http://schemas.microsoft.com/office/drawing/2014/main" id="{F6C0C8F1-A1BB-47CA-B589-29863FC4F1F8}"/>
              </a:ext>
            </a:extLst>
          </p:cNvPr>
          <p:cNvSpPr>
            <a:spLocks xmlns:a="http://schemas.openxmlformats.org/drawingml/2006/main" noGrp="1"/>
          </p:cNvSpPr>
          <p:nvPr/>
        </p:nvSpPr>
        <p:spPr>
          <a:xfrm xmlns:a="http://schemas.openxmlformats.org/drawingml/2006/main">
            <a:off x="6448425" y="249555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Öğrenci modele yeni alan ekleyip ekranla ilişkilendirir.</a:t>
            </a:r>
          </a:p>
        </p:txBody>
      </p:sp>
      <p:sp>
        <p:nvSpPr>
          <p:cNvPr id="10" name="Öğrenci boş ve sınırı aşan girişi redded">
            <a:extLst xmlns:a="http://schemas.openxmlformats.org/drawingml/2006/main">
              <a:ext uri="{FF2B5EF4-FFF2-40B4-BE49-F238E27FC236}">
                <a16:creationId xmlns:a16="http://schemas.microsoft.com/office/drawing/2014/main" id="{CA91ED84-C80A-4FC1-8979-5290EE7D2860}"/>
              </a:ext>
            </a:extLst>
          </p:cNvPr>
          <p:cNvSpPr>
            <a:spLocks xmlns:a="http://schemas.openxmlformats.org/drawingml/2006/main" noGrp="1"/>
          </p:cNvSpPr>
          <p:nvPr/>
        </p:nvSpPr>
        <p:spPr>
          <a:xfrm xmlns:a="http://schemas.openxmlformats.org/drawingml/2006/main">
            <a:off x="6448425" y="3590925"/>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Öğrenci boş ve sınırı aşan girişi reddeder.</a:t>
            </a:r>
          </a:p>
        </p:txBody>
      </p:sp>
      <p:sp>
        <p:nvSpPr>
          <p:cNvPr id="11" name="Öğrenci güncellemeyi aynı not kimliğiyle">
            <a:extLst xmlns:a="http://schemas.openxmlformats.org/drawingml/2006/main">
              <a:ext uri="{FF2B5EF4-FFF2-40B4-BE49-F238E27FC236}">
                <a16:creationId xmlns:a16="http://schemas.microsoft.com/office/drawing/2014/main" id="{E67F95EC-6CEA-4D28-A804-A522BDC9045A}"/>
              </a:ext>
            </a:extLst>
          </p:cNvPr>
          <p:cNvSpPr>
            <a:spLocks xmlns:a="http://schemas.openxmlformats.org/drawingml/2006/main" noGrp="1"/>
          </p:cNvSpPr>
          <p:nvPr/>
        </p:nvSpPr>
        <p:spPr>
          <a:xfrm xmlns:a="http://schemas.openxmlformats.org/drawingml/2006/main">
            <a:off x="6448425" y="468630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Öğrenci güncellemeyi aynı not kimliğiyle yapar.</a:t>
            </a:r>
          </a:p>
        </p:txBody>
      </p:sp>
    </p:spTree>
    <p:extLst>
      <p:ext uri="{BB962C8B-B14F-4D97-AF65-F5344CB8AC3E}">
        <p14:creationId xmlns:p14="http://schemas.microsoft.com/office/powerpoint/2010/main" val="526820987"/>
      </p:ext>
    </p:extLst>
  </p:cSld>
</p:sld>
</file>

<file path=ppt/slides/slide9.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GRUP 1 / BAŞLIK VE AYRINTI">
            <a:extLst xmlns:a="http://schemas.openxmlformats.org/drawingml/2006/main">
              <a:ext uri="{FF2B5EF4-FFF2-40B4-BE49-F238E27FC236}">
                <a16:creationId xmlns:a16="http://schemas.microsoft.com/office/drawing/2014/main" id="{B5726B95-CCA8-4EC8-8089-AB18C4B4468C}"/>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146B61"/>
                </a:solidFill>
                <a:latin typeface="Arial"/>
                <a:ea typeface="Arial"/>
                <a:cs typeface="Arial"/>
              </a:defRPr>
            </a:defPPr>
            <a:lvl1pPr>
              <a:buNone/>
              <a:defRPr sz="1425" b="1">
                <a:solidFill>
                  <a:srgbClr val="146B61"/>
                </a:solidFill>
                <a:latin typeface="Arial"/>
                <a:ea typeface="Arial"/>
                <a:cs typeface="Arial"/>
              </a:defRPr>
            </a:lvl1pPr>
            <a:lvl2pPr>
              <a:buNone/>
              <a:defRPr sz="1425" b="1">
                <a:solidFill>
                  <a:srgbClr val="146B61"/>
                </a:solidFill>
                <a:latin typeface="Arial"/>
                <a:ea typeface="Arial"/>
                <a:cs typeface="Arial"/>
              </a:defRPr>
            </a:lvl2pPr>
            <a:lvl3pPr>
              <a:buNone/>
              <a:defRPr sz="1425" b="1">
                <a:solidFill>
                  <a:srgbClr val="146B61"/>
                </a:solidFill>
                <a:latin typeface="Arial"/>
                <a:ea typeface="Arial"/>
                <a:cs typeface="Arial"/>
              </a:defRPr>
            </a:lvl3pPr>
            <a:lvl4pPr>
              <a:buNone/>
              <a:defRPr sz="1425" b="1">
                <a:solidFill>
                  <a:srgbClr val="146B61"/>
                </a:solidFill>
                <a:latin typeface="Arial"/>
                <a:ea typeface="Arial"/>
                <a:cs typeface="Arial"/>
              </a:defRPr>
            </a:lvl4pPr>
            <a:lvl5pPr>
              <a:buNone/>
              <a:defRPr sz="1425" b="1">
                <a:solidFill>
                  <a:srgbClr val="146B61"/>
                </a:solidFill>
                <a:latin typeface="Arial"/>
                <a:ea typeface="Arial"/>
                <a:cs typeface="Arial"/>
              </a:defRPr>
            </a:lvl5pPr>
            <a:lvl6pPr>
              <a:buNone/>
              <a:defRPr sz="1425" b="1">
                <a:solidFill>
                  <a:srgbClr val="146B61"/>
                </a:solidFill>
                <a:latin typeface="Arial"/>
                <a:ea typeface="Arial"/>
                <a:cs typeface="Arial"/>
              </a:defRPr>
            </a:lvl6pPr>
            <a:lvl7pPr>
              <a:buNone/>
              <a:defRPr sz="1425" b="1">
                <a:solidFill>
                  <a:srgbClr val="146B61"/>
                </a:solidFill>
                <a:latin typeface="Arial"/>
                <a:ea typeface="Arial"/>
                <a:cs typeface="Arial"/>
              </a:defRPr>
            </a:lvl7pPr>
            <a:lvl8pPr>
              <a:buNone/>
              <a:defRPr sz="1425" b="1">
                <a:solidFill>
                  <a:srgbClr val="146B61"/>
                </a:solidFill>
                <a:latin typeface="Arial"/>
                <a:ea typeface="Arial"/>
                <a:cs typeface="Arial"/>
              </a:defRPr>
            </a:lvl8pPr>
            <a:lvl9pPr>
              <a:buNone/>
              <a:defRPr sz="1425" b="1">
                <a:solidFill>
                  <a:srgbClr val="146B61"/>
                </a:solidFill>
                <a:latin typeface="Arial"/>
                <a:ea typeface="Arial"/>
                <a:cs typeface="Arial"/>
              </a:defRPr>
            </a:lvl9pPr>
          </a:lstStyle>
          <a:p xmlns:a="http://schemas.openxmlformats.org/drawingml/2006/main">
            <a:pPr>
              <a:buNone/>
              <a:defRPr sz="1425" b="1">
                <a:solidFill>
                  <a:srgbClr val="146B61"/>
                </a:solidFill>
                <a:latin typeface="Arial"/>
                <a:ea typeface="Arial"/>
                <a:cs typeface="Arial"/>
              </a:defRPr>
            </a:pPr>
            <a:r>
              <a:rPr sz="1425" b="1">
                <a:solidFill>
                  <a:srgbClr val="146B61"/>
                </a:solidFill>
                <a:latin typeface="Arial"/>
                <a:ea typeface="Arial"/>
                <a:cs typeface="Arial"/>
              </a:rPr>
              <a:t>GRUP 1 / BAŞLIK VE AYRINTI</a:t>
            </a:r>
          </a:p>
        </p:txBody>
      </p:sp>
      <p:sp>
        <p:nvSpPr>
          <p:cNvPr id="2" name="Kabul kontrolleri ve sunum">
            <a:extLst xmlns:a="http://schemas.openxmlformats.org/drawingml/2006/main">
              <a:ext uri="{FF2B5EF4-FFF2-40B4-BE49-F238E27FC236}">
                <a16:creationId xmlns:a16="http://schemas.microsoft.com/office/drawing/2014/main" id="{EE97EB28-A2E9-44A5-B4EC-7245CAC8ADFE}"/>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Kabul kontrolleri ve sunum</a:t>
            </a:r>
          </a:p>
        </p:txBody>
      </p:sp>
      <p:sp>
        <p:nvSpPr>
          <p:cNvPr id="3" name="07">
            <a:extLst xmlns:a="http://schemas.openxmlformats.org/drawingml/2006/main">
              <a:ext uri="{FF2B5EF4-FFF2-40B4-BE49-F238E27FC236}">
                <a16:creationId xmlns:a16="http://schemas.microsoft.com/office/drawing/2014/main" id="{BFCC463B-0AC3-40CC-B8CE-A10674EB5BBA}"/>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09</a:t>
            </a:r>
          </a:p>
        </p:txBody>
      </p:sp>
      <p:sp>
        <p:nvSpPr>
          <p:cNvPr id="4" name="1.  Boş başlık ve 41 karakterlik başlık ">
            <a:extLst xmlns:a="http://schemas.openxmlformats.org/drawingml/2006/main">
              <a:ext uri="{FF2B5EF4-FFF2-40B4-BE49-F238E27FC236}">
                <a16:creationId xmlns:a16="http://schemas.microsoft.com/office/drawing/2014/main" id="{62DFA4B0-1AC0-4B91-A445-2B0D11745B0A}"/>
              </a:ext>
            </a:extLst>
          </p:cNvPr>
          <p:cNvSpPr>
            <a:spLocks xmlns:a="http://schemas.openxmlformats.org/drawingml/2006/main" noGrp="1"/>
          </p:cNvSpPr>
          <p:nvPr/>
        </p:nvSpPr>
        <p:spPr>
          <a:xfrm xmlns:a="http://schemas.openxmlformats.org/drawingml/2006/main">
            <a:off x="609600" y="185737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1.  Boş başlık ve 41 karakterlik başlık kaydı engeller.</a:t>
            </a:r>
          </a:p>
        </p:txBody>
      </p:sp>
      <p:sp>
        <p:nvSpPr>
          <p:cNvPr id="5" name="2.  Düzenleme not sayısını artırmaz. İpt">
            <a:extLst xmlns:a="http://schemas.openxmlformats.org/drawingml/2006/main">
              <a:ext uri="{FF2B5EF4-FFF2-40B4-BE49-F238E27FC236}">
                <a16:creationId xmlns:a16="http://schemas.microsoft.com/office/drawing/2014/main" id="{77557E04-3CED-4C4F-A4A2-2062D9D4063A}"/>
              </a:ext>
            </a:extLst>
          </p:cNvPr>
          <p:cNvSpPr>
            <a:spLocks xmlns:a="http://schemas.openxmlformats.org/drawingml/2006/main" noGrp="1"/>
          </p:cNvSpPr>
          <p:nvPr/>
        </p:nvSpPr>
        <p:spPr>
          <a:xfrm xmlns:a="http://schemas.openxmlformats.org/drawingml/2006/main">
            <a:off x="609600" y="284797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2.  Düzenleme not sayısını artırmaz. İptal eski değerleri korur.</a:t>
            </a:r>
          </a:p>
        </p:txBody>
      </p:sp>
      <p:sp>
        <p:nvSpPr>
          <p:cNvPr id="6" name="3.  Aynı başlıklı iki nottan yalnız seçi">
            <a:extLst xmlns:a="http://schemas.openxmlformats.org/drawingml/2006/main">
              <a:ext uri="{FF2B5EF4-FFF2-40B4-BE49-F238E27FC236}">
                <a16:creationId xmlns:a16="http://schemas.microsoft.com/office/drawing/2014/main" id="{DB362EA3-7377-4D71-9FCD-3A72FE5FB3CC}"/>
              </a:ext>
            </a:extLst>
          </p:cNvPr>
          <p:cNvSpPr>
            <a:spLocks xmlns:a="http://schemas.openxmlformats.org/drawingml/2006/main" noGrp="1"/>
          </p:cNvSpPr>
          <p:nvPr/>
        </p:nvSpPr>
        <p:spPr>
          <a:xfrm xmlns:a="http://schemas.openxmlformats.org/drawingml/2006/main">
            <a:off x="609600" y="383857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3.  Aynı başlıklı iki nottan yalnız seçilen kayıt güncellenir.</a:t>
            </a:r>
          </a:p>
        </p:txBody>
      </p:sp>
      <p:sp>
        <p:nvSpPr>
          <p:cNvPr id="7" name="Sınıf demosu">
            <a:extLst xmlns:a="http://schemas.openxmlformats.org/drawingml/2006/main">
              <a:ext uri="{FF2B5EF4-FFF2-40B4-BE49-F238E27FC236}">
                <a16:creationId xmlns:a16="http://schemas.microsoft.com/office/drawing/2014/main" id="{6B5FFCC2-22CE-4C92-9189-1824BF5BE942}"/>
              </a:ext>
            </a:extLst>
          </p:cNvPr>
          <p:cNvSpPr>
            <a:spLocks xmlns:a="http://schemas.openxmlformats.org/drawingml/2006/main" noGrp="1"/>
          </p:cNvSpPr>
          <p:nvPr/>
        </p:nvSpPr>
        <p:spPr>
          <a:xfrm xmlns:a="http://schemas.openxmlformats.org/drawingml/2006/main">
            <a:off x="609600" y="51149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46B61"/>
                </a:solidFill>
                <a:latin typeface="Arial"/>
                <a:ea typeface="Arial"/>
                <a:cs typeface="Arial"/>
              </a:defRPr>
            </a:defPPr>
            <a:lvl1pPr>
              <a:buNone/>
              <a:defRPr sz="1875" b="1">
                <a:solidFill>
                  <a:srgbClr val="146B61"/>
                </a:solidFill>
                <a:latin typeface="Arial"/>
                <a:ea typeface="Arial"/>
                <a:cs typeface="Arial"/>
              </a:defRPr>
            </a:lvl1pPr>
            <a:lvl2pPr>
              <a:buNone/>
              <a:defRPr sz="1875" b="1">
                <a:solidFill>
                  <a:srgbClr val="146B61"/>
                </a:solidFill>
                <a:latin typeface="Arial"/>
                <a:ea typeface="Arial"/>
                <a:cs typeface="Arial"/>
              </a:defRPr>
            </a:lvl2pPr>
            <a:lvl3pPr>
              <a:buNone/>
              <a:defRPr sz="1875" b="1">
                <a:solidFill>
                  <a:srgbClr val="146B61"/>
                </a:solidFill>
                <a:latin typeface="Arial"/>
                <a:ea typeface="Arial"/>
                <a:cs typeface="Arial"/>
              </a:defRPr>
            </a:lvl3pPr>
            <a:lvl4pPr>
              <a:buNone/>
              <a:defRPr sz="1875" b="1">
                <a:solidFill>
                  <a:srgbClr val="146B61"/>
                </a:solidFill>
                <a:latin typeface="Arial"/>
                <a:ea typeface="Arial"/>
                <a:cs typeface="Arial"/>
              </a:defRPr>
            </a:lvl4pPr>
            <a:lvl5pPr>
              <a:buNone/>
              <a:defRPr sz="1875" b="1">
                <a:solidFill>
                  <a:srgbClr val="146B61"/>
                </a:solidFill>
                <a:latin typeface="Arial"/>
                <a:ea typeface="Arial"/>
                <a:cs typeface="Arial"/>
              </a:defRPr>
            </a:lvl5pPr>
            <a:lvl6pPr>
              <a:buNone/>
              <a:defRPr sz="1875" b="1">
                <a:solidFill>
                  <a:srgbClr val="146B61"/>
                </a:solidFill>
                <a:latin typeface="Arial"/>
                <a:ea typeface="Arial"/>
                <a:cs typeface="Arial"/>
              </a:defRPr>
            </a:lvl6pPr>
            <a:lvl7pPr>
              <a:buNone/>
              <a:defRPr sz="1875" b="1">
                <a:solidFill>
                  <a:srgbClr val="146B61"/>
                </a:solidFill>
                <a:latin typeface="Arial"/>
                <a:ea typeface="Arial"/>
                <a:cs typeface="Arial"/>
              </a:defRPr>
            </a:lvl7pPr>
            <a:lvl8pPr>
              <a:buNone/>
              <a:defRPr sz="1875" b="1">
                <a:solidFill>
                  <a:srgbClr val="146B61"/>
                </a:solidFill>
                <a:latin typeface="Arial"/>
                <a:ea typeface="Arial"/>
                <a:cs typeface="Arial"/>
              </a:defRPr>
            </a:lvl8pPr>
            <a:lvl9pPr>
              <a:buNone/>
              <a:defRPr sz="1875" b="1">
                <a:solidFill>
                  <a:srgbClr val="146B61"/>
                </a:solidFill>
                <a:latin typeface="Arial"/>
                <a:ea typeface="Arial"/>
                <a:cs typeface="Arial"/>
              </a:defRPr>
            </a:lvl9pPr>
          </a:lstStyle>
          <a:p xmlns:a="http://schemas.openxmlformats.org/drawingml/2006/main">
            <a:pPr>
              <a:buNone/>
              <a:defRPr sz="1875" b="1">
                <a:solidFill>
                  <a:srgbClr val="146B61"/>
                </a:solidFill>
                <a:latin typeface="Arial"/>
                <a:ea typeface="Arial"/>
                <a:cs typeface="Arial"/>
              </a:defRPr>
            </a:pPr>
            <a:r>
              <a:rPr sz="1875" b="1">
                <a:solidFill>
                  <a:srgbClr val="146B61"/>
                </a:solidFill>
                <a:latin typeface="Arial"/>
                <a:ea typeface="Arial"/>
                <a:cs typeface="Arial"/>
              </a:rPr>
              <a:t>Sınıf demosu</a:t>
            </a:r>
          </a:p>
        </p:txBody>
      </p:sp>
      <p:sp>
        <p:nvSpPr>
          <p:cNvPr id="8" name="Aynı başlıklı iki nottan birini değiştir">
            <a:extLst xmlns:a="http://schemas.openxmlformats.org/drawingml/2006/main">
              <a:ext uri="{FF2B5EF4-FFF2-40B4-BE49-F238E27FC236}">
                <a16:creationId xmlns:a16="http://schemas.microsoft.com/office/drawing/2014/main" id="{3792AB03-8BBF-464C-93B0-4C87A1B63217}"/>
              </a:ext>
            </a:extLst>
          </p:cNvPr>
          <p:cNvSpPr>
            <a:spLocks xmlns:a="http://schemas.openxmlformats.org/drawingml/2006/main" noGrp="1"/>
          </p:cNvSpPr>
          <p:nvPr/>
        </p:nvSpPr>
        <p:spPr>
          <a:xfrm xmlns:a="http://schemas.openxmlformats.org/drawingml/2006/main">
            <a:off x="609600" y="55816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Aynı başlıklı iki nottan birini değiştirin ve kimliği açıklayın.</a:t>
            </a:r>
          </a:p>
        </p:txBody>
      </p:sp>
    </p:spTree>
    <p:extLst>
      <p:ext uri="{BB962C8B-B14F-4D97-AF65-F5344CB8AC3E}">
        <p14:creationId xmlns:p14="http://schemas.microsoft.com/office/powerpoint/2010/main" val="1915121209"/>
      </p:ext>
    </p:extLst>
  </p:cSld>
</p:sld>
</file>

<file path=ppt/slides/slide10.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GRUP 2 / KISA KAVRAM NOTLARI">
            <a:extLst xmlns:a="http://schemas.openxmlformats.org/drawingml/2006/main">
              <a:ext uri="{FF2B5EF4-FFF2-40B4-BE49-F238E27FC236}">
                <a16:creationId xmlns:a16="http://schemas.microsoft.com/office/drawing/2014/main" id="{6386B1A8-0FE3-4A6D-B27E-CA395CC72AA7}"/>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7B502A"/>
                </a:solidFill>
                <a:latin typeface="Arial"/>
                <a:ea typeface="Arial"/>
                <a:cs typeface="Arial"/>
              </a:defRPr>
            </a:defPPr>
            <a:lvl1pPr>
              <a:defRPr sz="1425" b="1">
                <a:solidFill>
                  <a:srgbClr val="7B502A"/>
                </a:solidFill>
                <a:latin typeface="Arial"/>
                <a:ea typeface="Arial"/>
                <a:cs typeface="Arial"/>
              </a:defRPr>
            </a:lvl1pPr>
            <a:lvl2pPr>
              <a:defRPr sz="1425" b="1">
                <a:solidFill>
                  <a:srgbClr val="7B502A"/>
                </a:solidFill>
                <a:latin typeface="Arial"/>
                <a:ea typeface="Arial"/>
                <a:cs typeface="Arial"/>
              </a:defRPr>
            </a:lvl2pPr>
            <a:lvl3pPr>
              <a:defRPr sz="1425" b="1">
                <a:solidFill>
                  <a:srgbClr val="7B502A"/>
                </a:solidFill>
                <a:latin typeface="Arial"/>
                <a:ea typeface="Arial"/>
                <a:cs typeface="Arial"/>
              </a:defRPr>
            </a:lvl3pPr>
            <a:lvl4pPr>
              <a:defRPr sz="1425" b="1">
                <a:solidFill>
                  <a:srgbClr val="7B502A"/>
                </a:solidFill>
                <a:latin typeface="Arial"/>
                <a:ea typeface="Arial"/>
                <a:cs typeface="Arial"/>
              </a:defRPr>
            </a:lvl4pPr>
            <a:lvl5pPr>
              <a:defRPr sz="1425" b="1">
                <a:solidFill>
                  <a:srgbClr val="7B502A"/>
                </a:solidFill>
                <a:latin typeface="Arial"/>
                <a:ea typeface="Arial"/>
                <a:cs typeface="Arial"/>
              </a:defRPr>
            </a:lvl5pPr>
            <a:lvl6pPr>
              <a:defRPr sz="1425" b="1">
                <a:solidFill>
                  <a:srgbClr val="7B502A"/>
                </a:solidFill>
                <a:latin typeface="Arial"/>
                <a:ea typeface="Arial"/>
                <a:cs typeface="Arial"/>
              </a:defRPr>
            </a:lvl6pPr>
            <a:lvl7pPr>
              <a:defRPr sz="1425" b="1">
                <a:solidFill>
                  <a:srgbClr val="7B502A"/>
                </a:solidFill>
                <a:latin typeface="Arial"/>
                <a:ea typeface="Arial"/>
                <a:cs typeface="Arial"/>
              </a:defRPr>
            </a:lvl7pPr>
            <a:lvl8pPr>
              <a:defRPr sz="1425" b="1">
                <a:solidFill>
                  <a:srgbClr val="7B502A"/>
                </a:solidFill>
                <a:latin typeface="Arial"/>
                <a:ea typeface="Arial"/>
                <a:cs typeface="Arial"/>
              </a:defRPr>
            </a:lvl8pPr>
            <a:lvl9pPr>
              <a:defRPr sz="1425" b="1">
                <a:solidFill>
                  <a:srgbClr val="7B502A"/>
                </a:solidFill>
                <a:latin typeface="Arial"/>
                <a:ea typeface="Arial"/>
                <a:cs typeface="Arial"/>
              </a:defRPr>
            </a:lvl9pPr>
          </a:lstStyle>
          <a:p xmlns:a="http://schemas.openxmlformats.org/drawingml/2006/main">
            <a:pPr>
              <a:defRPr sz="1425" b="1">
                <a:solidFill>
                  <a:srgbClr val="7B502A"/>
                </a:solidFill>
                <a:latin typeface="Arial"/>
                <a:ea typeface="Arial"/>
                <a:cs typeface="Arial"/>
              </a:defRPr>
            </a:pPr>
            <a:r>
              <a:rPr sz="1425" b="1">
                <a:solidFill>
                  <a:srgbClr val="7B502A"/>
                </a:solidFill>
                <a:latin typeface="Arial"/>
                <a:ea typeface="Arial"/>
                <a:cs typeface="Arial"/>
              </a:rPr>
              <a:t>GRUP 2 / KISA KAVRAM NOTLARI</a:t>
            </a:r>
          </a:p>
        </p:txBody>
      </p:sp>
      <p:sp>
        <p:nvSpPr>
          <p:cNvPr id="2" name="Kategori ve zaman bilgisi">
            <a:extLst xmlns:a="http://schemas.openxmlformats.org/drawingml/2006/main">
              <a:ext uri="{FF2B5EF4-FFF2-40B4-BE49-F238E27FC236}">
                <a16:creationId xmlns:a16="http://schemas.microsoft.com/office/drawing/2014/main" id="{05FE79A9-A15C-4D58-B7C5-98379B41EC72}"/>
              </a:ext>
            </a:extLst>
          </p:cNvPr>
          <p:cNvSpPr>
            <a:spLocks xmlns:a="http://schemas.openxmlformats.org/drawingml/2006/main" noGrp="1"/>
          </p:cNvSpPr>
          <p:nvPr/>
        </p:nvSpPr>
        <p:spPr>
          <a:xfrm xmlns:a="http://schemas.openxmlformats.org/drawingml/2006/main">
            <a:off x="609600" y="781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defRPr sz="3225" b="1">
                <a:solidFill>
                  <a:srgbClr val="143E37"/>
                </a:solidFill>
                <a:latin typeface="Arial"/>
                <a:ea typeface="Arial"/>
                <a:cs typeface="Arial"/>
              </a:defRPr>
            </a:lvl1pPr>
            <a:lvl2pPr>
              <a:defRPr sz="3225" b="1">
                <a:solidFill>
                  <a:srgbClr val="143E37"/>
                </a:solidFill>
                <a:latin typeface="Arial"/>
                <a:ea typeface="Arial"/>
                <a:cs typeface="Arial"/>
              </a:defRPr>
            </a:lvl2pPr>
            <a:lvl3pPr>
              <a:defRPr sz="3225" b="1">
                <a:solidFill>
                  <a:srgbClr val="143E37"/>
                </a:solidFill>
                <a:latin typeface="Arial"/>
                <a:ea typeface="Arial"/>
                <a:cs typeface="Arial"/>
              </a:defRPr>
            </a:lvl3pPr>
            <a:lvl4pPr>
              <a:defRPr sz="3225" b="1">
                <a:solidFill>
                  <a:srgbClr val="143E37"/>
                </a:solidFill>
                <a:latin typeface="Arial"/>
                <a:ea typeface="Arial"/>
                <a:cs typeface="Arial"/>
              </a:defRPr>
            </a:lvl4pPr>
            <a:lvl5pPr>
              <a:defRPr sz="3225" b="1">
                <a:solidFill>
                  <a:srgbClr val="143E37"/>
                </a:solidFill>
                <a:latin typeface="Arial"/>
                <a:ea typeface="Arial"/>
                <a:cs typeface="Arial"/>
              </a:defRPr>
            </a:lvl5pPr>
            <a:lvl6pPr>
              <a:defRPr sz="3225" b="1">
                <a:solidFill>
                  <a:srgbClr val="143E37"/>
                </a:solidFill>
                <a:latin typeface="Arial"/>
                <a:ea typeface="Arial"/>
                <a:cs typeface="Arial"/>
              </a:defRPr>
            </a:lvl6pPr>
            <a:lvl7pPr>
              <a:defRPr sz="3225" b="1">
                <a:solidFill>
                  <a:srgbClr val="143E37"/>
                </a:solidFill>
                <a:latin typeface="Arial"/>
                <a:ea typeface="Arial"/>
                <a:cs typeface="Arial"/>
              </a:defRPr>
            </a:lvl7pPr>
            <a:lvl8pPr>
              <a:defRPr sz="3225" b="1">
                <a:solidFill>
                  <a:srgbClr val="143E37"/>
                </a:solidFill>
                <a:latin typeface="Arial"/>
                <a:ea typeface="Arial"/>
                <a:cs typeface="Arial"/>
              </a:defRPr>
            </a:lvl8pPr>
            <a:lvl9pPr>
              <a:defRPr sz="3225" b="1">
                <a:solidFill>
                  <a:srgbClr val="143E37"/>
                </a:solidFill>
                <a:latin typeface="Arial"/>
                <a:ea typeface="Arial"/>
                <a:cs typeface="Arial"/>
              </a:defRPr>
            </a:lvl9pPr>
          </a:lstStyle>
          <a:p xmlns:a="http://schemas.openxmlformats.org/drawingml/2006/main">
            <a:pPr>
              <a:defRPr sz="3225" b="1">
                <a:solidFill>
                  <a:srgbClr val="143E37"/>
                </a:solidFill>
                <a:latin typeface="Arial"/>
                <a:ea typeface="Arial"/>
                <a:cs typeface="Arial"/>
              </a:defRPr>
            </a:pPr>
            <a:r>
              <a:rPr sz="3225" b="1">
                <a:solidFill>
                  <a:srgbClr val="143E37"/>
                </a:solidFill>
                <a:latin typeface="Arial"/>
                <a:ea typeface="Arial"/>
                <a:cs typeface="Arial"/>
              </a:rPr>
              <a:t>Kategori ve zaman bilgisi</a:t>
            </a:r>
          </a:p>
        </p:txBody>
      </p:sp>
      <p:sp>
        <p:nvSpPr>
          <p:cNvPr id="3" name="Spinner">
            <a:extLst xmlns:a="http://schemas.openxmlformats.org/drawingml/2006/main">
              <a:ext uri="{FF2B5EF4-FFF2-40B4-BE49-F238E27FC236}">
                <a16:creationId xmlns:a16="http://schemas.microsoft.com/office/drawing/2014/main" id="{378C2325-20E0-408E-A4E2-E97F2328D8A0}"/>
              </a:ext>
            </a:extLst>
          </p:cNvPr>
          <p:cNvSpPr>
            <a:spLocks xmlns:a="http://schemas.openxmlformats.org/drawingml/2006/main" noGrp="1"/>
          </p:cNvSpPr>
          <p:nvPr/>
        </p:nvSpPr>
        <p:spPr>
          <a:xfrm xmlns:a="http://schemas.openxmlformats.org/drawingml/2006/main">
            <a:off x="609600" y="180022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B502A"/>
                </a:solidFill>
                <a:latin typeface="Arial"/>
                <a:ea typeface="Arial"/>
                <a:cs typeface="Arial"/>
              </a:defRPr>
            </a:defPPr>
            <a:lvl1pPr>
              <a:defRPr sz="2175" b="1">
                <a:solidFill>
                  <a:srgbClr val="7B502A"/>
                </a:solidFill>
                <a:latin typeface="Arial"/>
                <a:ea typeface="Arial"/>
                <a:cs typeface="Arial"/>
              </a:defRPr>
            </a:lvl1pPr>
            <a:lvl2pPr>
              <a:defRPr sz="2175" b="1">
                <a:solidFill>
                  <a:srgbClr val="7B502A"/>
                </a:solidFill>
                <a:latin typeface="Arial"/>
                <a:ea typeface="Arial"/>
                <a:cs typeface="Arial"/>
              </a:defRPr>
            </a:lvl2pPr>
            <a:lvl3pPr>
              <a:defRPr sz="2175" b="1">
                <a:solidFill>
                  <a:srgbClr val="7B502A"/>
                </a:solidFill>
                <a:latin typeface="Arial"/>
                <a:ea typeface="Arial"/>
                <a:cs typeface="Arial"/>
              </a:defRPr>
            </a:lvl3pPr>
            <a:lvl4pPr>
              <a:defRPr sz="2175" b="1">
                <a:solidFill>
                  <a:srgbClr val="7B502A"/>
                </a:solidFill>
                <a:latin typeface="Arial"/>
                <a:ea typeface="Arial"/>
                <a:cs typeface="Arial"/>
              </a:defRPr>
            </a:lvl4pPr>
            <a:lvl5pPr>
              <a:defRPr sz="2175" b="1">
                <a:solidFill>
                  <a:srgbClr val="7B502A"/>
                </a:solidFill>
                <a:latin typeface="Arial"/>
                <a:ea typeface="Arial"/>
                <a:cs typeface="Arial"/>
              </a:defRPr>
            </a:lvl5pPr>
            <a:lvl6pPr>
              <a:defRPr sz="2175" b="1">
                <a:solidFill>
                  <a:srgbClr val="7B502A"/>
                </a:solidFill>
                <a:latin typeface="Arial"/>
                <a:ea typeface="Arial"/>
                <a:cs typeface="Arial"/>
              </a:defRPr>
            </a:lvl6pPr>
            <a:lvl7pPr>
              <a:defRPr sz="2175" b="1">
                <a:solidFill>
                  <a:srgbClr val="7B502A"/>
                </a:solidFill>
                <a:latin typeface="Arial"/>
                <a:ea typeface="Arial"/>
                <a:cs typeface="Arial"/>
              </a:defRPr>
            </a:lvl7pPr>
            <a:lvl8pPr>
              <a:defRPr sz="2175" b="1">
                <a:solidFill>
                  <a:srgbClr val="7B502A"/>
                </a:solidFill>
                <a:latin typeface="Arial"/>
                <a:ea typeface="Arial"/>
                <a:cs typeface="Arial"/>
              </a:defRPr>
            </a:lvl8pPr>
            <a:lvl9pPr>
              <a:defRPr sz="2175" b="1">
                <a:solidFill>
                  <a:srgbClr val="7B502A"/>
                </a:solidFill>
                <a:latin typeface="Arial"/>
                <a:ea typeface="Arial"/>
                <a:cs typeface="Arial"/>
              </a:defRPr>
            </a:lvl9pPr>
          </a:lstStyle>
          <a:p xmlns:a="http://schemas.openxmlformats.org/drawingml/2006/main">
            <a:pPr>
              <a:defRPr sz="2175" b="1">
                <a:solidFill>
                  <a:srgbClr val="7B502A"/>
                </a:solidFill>
                <a:latin typeface="Arial"/>
                <a:ea typeface="Arial"/>
                <a:cs typeface="Arial"/>
              </a:defRPr>
            </a:pPr>
            <a:r>
              <a:rPr sz="2175" b="1">
                <a:solidFill>
                  <a:srgbClr val="7B502A"/>
                </a:solidFill>
                <a:latin typeface="Arial"/>
                <a:ea typeface="Arial"/>
                <a:cs typeface="Arial"/>
              </a:rPr>
              <a:t>Spinner</a:t>
            </a:r>
          </a:p>
        </p:txBody>
      </p:sp>
      <p:sp>
        <p:nvSpPr>
          <p:cNvPr id="4" name="Kategori seçeneklerinden tek değer seçtiren a">
            <a:extLst xmlns:a="http://schemas.openxmlformats.org/drawingml/2006/main">
              <a:ext uri="{FF2B5EF4-FFF2-40B4-BE49-F238E27FC236}">
                <a16:creationId xmlns:a16="http://schemas.microsoft.com/office/drawing/2014/main" id="{035E827C-B96E-44B2-86F7-800B8E5417D5}"/>
              </a:ext>
            </a:extLst>
          </p:cNvPr>
          <p:cNvSpPr>
            <a:spLocks xmlns:a="http://schemas.openxmlformats.org/drawingml/2006/main" noGrp="1"/>
          </p:cNvSpPr>
          <p:nvPr/>
        </p:nvSpPr>
        <p:spPr>
          <a:xfrm xmlns:a="http://schemas.openxmlformats.org/drawingml/2006/main">
            <a:off x="609600" y="220980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defRPr sz="2100" b="0">
                <a:solidFill>
                  <a:srgbClr val="183C36"/>
                </a:solidFill>
                <a:latin typeface="Arial"/>
                <a:ea typeface="Arial"/>
                <a:cs typeface="Arial"/>
              </a:defRPr>
            </a:lvl1pPr>
            <a:lvl2pPr>
              <a:defRPr sz="2100" b="0">
                <a:solidFill>
                  <a:srgbClr val="183C36"/>
                </a:solidFill>
                <a:latin typeface="Arial"/>
                <a:ea typeface="Arial"/>
                <a:cs typeface="Arial"/>
              </a:defRPr>
            </a:lvl2pPr>
            <a:lvl3pPr>
              <a:defRPr sz="2100" b="0">
                <a:solidFill>
                  <a:srgbClr val="183C36"/>
                </a:solidFill>
                <a:latin typeface="Arial"/>
                <a:ea typeface="Arial"/>
                <a:cs typeface="Arial"/>
              </a:defRPr>
            </a:lvl3pPr>
            <a:lvl4pPr>
              <a:defRPr sz="2100" b="0">
                <a:solidFill>
                  <a:srgbClr val="183C36"/>
                </a:solidFill>
                <a:latin typeface="Arial"/>
                <a:ea typeface="Arial"/>
                <a:cs typeface="Arial"/>
              </a:defRPr>
            </a:lvl4pPr>
            <a:lvl5pPr>
              <a:defRPr sz="2100" b="0">
                <a:solidFill>
                  <a:srgbClr val="183C36"/>
                </a:solidFill>
                <a:latin typeface="Arial"/>
                <a:ea typeface="Arial"/>
                <a:cs typeface="Arial"/>
              </a:defRPr>
            </a:lvl5pPr>
            <a:lvl6pPr>
              <a:defRPr sz="2100" b="0">
                <a:solidFill>
                  <a:srgbClr val="183C36"/>
                </a:solidFill>
                <a:latin typeface="Arial"/>
                <a:ea typeface="Arial"/>
                <a:cs typeface="Arial"/>
              </a:defRPr>
            </a:lvl6pPr>
            <a:lvl7pPr>
              <a:defRPr sz="2100" b="0">
                <a:solidFill>
                  <a:srgbClr val="183C36"/>
                </a:solidFill>
                <a:latin typeface="Arial"/>
                <a:ea typeface="Arial"/>
                <a:cs typeface="Arial"/>
              </a:defRPr>
            </a:lvl7pPr>
            <a:lvl8pPr>
              <a:defRPr sz="2100" b="0">
                <a:solidFill>
                  <a:srgbClr val="183C36"/>
                </a:solidFill>
                <a:latin typeface="Arial"/>
                <a:ea typeface="Arial"/>
                <a:cs typeface="Arial"/>
              </a:defRPr>
            </a:lvl8pPr>
            <a:lvl9pPr>
              <a:defRPr sz="2100" b="0">
                <a:solidFill>
                  <a:srgbClr val="183C36"/>
                </a:solidFill>
                <a:latin typeface="Arial"/>
                <a:ea typeface="Arial"/>
                <a:cs typeface="Arial"/>
              </a:defRPr>
            </a:lvl9pPr>
          </a:lstStyle>
          <a:p xmlns:a="http://schemas.openxmlformats.org/drawingml/2006/main">
            <a:pPr>
              <a:defRPr sz="2100" b="0">
                <a:solidFill>
                  <a:srgbClr val="183C36"/>
                </a:solidFill>
                <a:latin typeface="Arial"/>
                <a:ea typeface="Arial"/>
                <a:cs typeface="Arial"/>
              </a:defRPr>
            </a:pPr>
            <a:r>
              <a:rPr sz="2100" b="0">
                <a:solidFill>
                  <a:srgbClr val="183C36"/>
                </a:solidFill>
                <a:latin typeface="Arial"/>
                <a:ea typeface="Arial"/>
                <a:cs typeface="Arial"/>
              </a:rPr>
              <a:t>Kategori seçeneklerinden tek değer seçtiren açılır listedir. Seçilen değer notun kategori alanına yazılır.</a:t>
            </a:r>
          </a:p>
        </p:txBody>
      </p:sp>
      <p:sp>
        <p:nvSpPr>
          <p:cNvPr id="5" name="Zaman damgası">
            <a:extLst xmlns:a="http://schemas.openxmlformats.org/drawingml/2006/main">
              <a:ext uri="{FF2B5EF4-FFF2-40B4-BE49-F238E27FC236}">
                <a16:creationId xmlns:a16="http://schemas.microsoft.com/office/drawing/2014/main" id="{8E5C5583-B83B-4090-BD5F-2BD8C18A9460}"/>
              </a:ext>
            </a:extLst>
          </p:cNvPr>
          <p:cNvSpPr>
            <a:spLocks xmlns:a="http://schemas.openxmlformats.org/drawingml/2006/main" noGrp="1"/>
          </p:cNvSpPr>
          <p:nvPr/>
        </p:nvSpPr>
        <p:spPr>
          <a:xfrm xmlns:a="http://schemas.openxmlformats.org/drawingml/2006/main">
            <a:off x="609600" y="31908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B502A"/>
                </a:solidFill>
                <a:latin typeface="Arial"/>
                <a:ea typeface="Arial"/>
                <a:cs typeface="Arial"/>
              </a:defRPr>
            </a:defPPr>
            <a:lvl1pPr>
              <a:defRPr sz="2175" b="1">
                <a:solidFill>
                  <a:srgbClr val="7B502A"/>
                </a:solidFill>
                <a:latin typeface="Arial"/>
                <a:ea typeface="Arial"/>
                <a:cs typeface="Arial"/>
              </a:defRPr>
            </a:lvl1pPr>
            <a:lvl2pPr>
              <a:defRPr sz="2175" b="1">
                <a:solidFill>
                  <a:srgbClr val="7B502A"/>
                </a:solidFill>
                <a:latin typeface="Arial"/>
                <a:ea typeface="Arial"/>
                <a:cs typeface="Arial"/>
              </a:defRPr>
            </a:lvl2pPr>
            <a:lvl3pPr>
              <a:defRPr sz="2175" b="1">
                <a:solidFill>
                  <a:srgbClr val="7B502A"/>
                </a:solidFill>
                <a:latin typeface="Arial"/>
                <a:ea typeface="Arial"/>
                <a:cs typeface="Arial"/>
              </a:defRPr>
            </a:lvl3pPr>
            <a:lvl4pPr>
              <a:defRPr sz="2175" b="1">
                <a:solidFill>
                  <a:srgbClr val="7B502A"/>
                </a:solidFill>
                <a:latin typeface="Arial"/>
                <a:ea typeface="Arial"/>
                <a:cs typeface="Arial"/>
              </a:defRPr>
            </a:lvl4pPr>
            <a:lvl5pPr>
              <a:defRPr sz="2175" b="1">
                <a:solidFill>
                  <a:srgbClr val="7B502A"/>
                </a:solidFill>
                <a:latin typeface="Arial"/>
                <a:ea typeface="Arial"/>
                <a:cs typeface="Arial"/>
              </a:defRPr>
            </a:lvl5pPr>
            <a:lvl6pPr>
              <a:defRPr sz="2175" b="1">
                <a:solidFill>
                  <a:srgbClr val="7B502A"/>
                </a:solidFill>
                <a:latin typeface="Arial"/>
                <a:ea typeface="Arial"/>
                <a:cs typeface="Arial"/>
              </a:defRPr>
            </a:lvl6pPr>
            <a:lvl7pPr>
              <a:defRPr sz="2175" b="1">
                <a:solidFill>
                  <a:srgbClr val="7B502A"/>
                </a:solidFill>
                <a:latin typeface="Arial"/>
                <a:ea typeface="Arial"/>
                <a:cs typeface="Arial"/>
              </a:defRPr>
            </a:lvl7pPr>
            <a:lvl8pPr>
              <a:defRPr sz="2175" b="1">
                <a:solidFill>
                  <a:srgbClr val="7B502A"/>
                </a:solidFill>
                <a:latin typeface="Arial"/>
                <a:ea typeface="Arial"/>
                <a:cs typeface="Arial"/>
              </a:defRPr>
            </a:lvl8pPr>
            <a:lvl9pPr>
              <a:defRPr sz="2175" b="1">
                <a:solidFill>
                  <a:srgbClr val="7B502A"/>
                </a:solidFill>
                <a:latin typeface="Arial"/>
                <a:ea typeface="Arial"/>
                <a:cs typeface="Arial"/>
              </a:defRPr>
            </a:lvl9pPr>
          </a:lstStyle>
          <a:p xmlns:a="http://schemas.openxmlformats.org/drawingml/2006/main">
            <a:pPr>
              <a:defRPr sz="2175" b="1">
                <a:solidFill>
                  <a:srgbClr val="7B502A"/>
                </a:solidFill>
                <a:latin typeface="Arial"/>
                <a:ea typeface="Arial"/>
                <a:cs typeface="Arial"/>
              </a:defRPr>
            </a:pPr>
            <a:r>
              <a:rPr sz="2175" b="1">
                <a:solidFill>
                  <a:srgbClr val="7B502A"/>
                </a:solidFill>
                <a:latin typeface="Arial"/>
                <a:ea typeface="Arial"/>
                <a:cs typeface="Arial"/>
              </a:rPr>
              <a:t>Zaman damgası</a:t>
            </a:r>
          </a:p>
        </p:txBody>
      </p:sp>
      <p:sp>
        <p:nvSpPr>
          <p:cNvPr id="6" name="Bir anı sayısal değerle temsil eder. Oluşturu">
            <a:extLst xmlns:a="http://schemas.openxmlformats.org/drawingml/2006/main">
              <a:ext uri="{FF2B5EF4-FFF2-40B4-BE49-F238E27FC236}">
                <a16:creationId xmlns:a16="http://schemas.microsoft.com/office/drawing/2014/main" id="{63C79AF7-57D1-4F96-8789-E2461D76753D}"/>
              </a:ext>
            </a:extLst>
          </p:cNvPr>
          <p:cNvSpPr>
            <a:spLocks xmlns:a="http://schemas.openxmlformats.org/drawingml/2006/main" noGrp="1"/>
          </p:cNvSpPr>
          <p:nvPr/>
        </p:nvSpPr>
        <p:spPr>
          <a:xfrm xmlns:a="http://schemas.openxmlformats.org/drawingml/2006/main">
            <a:off x="609600" y="360045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defRPr sz="2100" b="0">
                <a:solidFill>
                  <a:srgbClr val="183C36"/>
                </a:solidFill>
                <a:latin typeface="Arial"/>
                <a:ea typeface="Arial"/>
                <a:cs typeface="Arial"/>
              </a:defRPr>
            </a:lvl1pPr>
            <a:lvl2pPr>
              <a:defRPr sz="2100" b="0">
                <a:solidFill>
                  <a:srgbClr val="183C36"/>
                </a:solidFill>
                <a:latin typeface="Arial"/>
                <a:ea typeface="Arial"/>
                <a:cs typeface="Arial"/>
              </a:defRPr>
            </a:lvl2pPr>
            <a:lvl3pPr>
              <a:defRPr sz="2100" b="0">
                <a:solidFill>
                  <a:srgbClr val="183C36"/>
                </a:solidFill>
                <a:latin typeface="Arial"/>
                <a:ea typeface="Arial"/>
                <a:cs typeface="Arial"/>
              </a:defRPr>
            </a:lvl3pPr>
            <a:lvl4pPr>
              <a:defRPr sz="2100" b="0">
                <a:solidFill>
                  <a:srgbClr val="183C36"/>
                </a:solidFill>
                <a:latin typeface="Arial"/>
                <a:ea typeface="Arial"/>
                <a:cs typeface="Arial"/>
              </a:defRPr>
            </a:lvl4pPr>
            <a:lvl5pPr>
              <a:defRPr sz="2100" b="0">
                <a:solidFill>
                  <a:srgbClr val="183C36"/>
                </a:solidFill>
                <a:latin typeface="Arial"/>
                <a:ea typeface="Arial"/>
                <a:cs typeface="Arial"/>
              </a:defRPr>
            </a:lvl5pPr>
            <a:lvl6pPr>
              <a:defRPr sz="2100" b="0">
                <a:solidFill>
                  <a:srgbClr val="183C36"/>
                </a:solidFill>
                <a:latin typeface="Arial"/>
                <a:ea typeface="Arial"/>
                <a:cs typeface="Arial"/>
              </a:defRPr>
            </a:lvl6pPr>
            <a:lvl7pPr>
              <a:defRPr sz="2100" b="0">
                <a:solidFill>
                  <a:srgbClr val="183C36"/>
                </a:solidFill>
                <a:latin typeface="Arial"/>
                <a:ea typeface="Arial"/>
                <a:cs typeface="Arial"/>
              </a:defRPr>
            </a:lvl7pPr>
            <a:lvl8pPr>
              <a:defRPr sz="2100" b="0">
                <a:solidFill>
                  <a:srgbClr val="183C36"/>
                </a:solidFill>
                <a:latin typeface="Arial"/>
                <a:ea typeface="Arial"/>
                <a:cs typeface="Arial"/>
              </a:defRPr>
            </a:lvl8pPr>
            <a:lvl9pPr>
              <a:defRPr sz="2100" b="0">
                <a:solidFill>
                  <a:srgbClr val="183C36"/>
                </a:solidFill>
                <a:latin typeface="Arial"/>
                <a:ea typeface="Arial"/>
                <a:cs typeface="Arial"/>
              </a:defRPr>
            </a:lvl9pPr>
          </a:lstStyle>
          <a:p xmlns:a="http://schemas.openxmlformats.org/drawingml/2006/main">
            <a:pPr>
              <a:defRPr sz="2100" b="0">
                <a:solidFill>
                  <a:srgbClr val="183C36"/>
                </a:solidFill>
                <a:latin typeface="Arial"/>
                <a:ea typeface="Arial"/>
                <a:cs typeface="Arial"/>
              </a:defRPr>
            </a:pPr>
            <a:r>
              <a:rPr sz="2100" b="0">
                <a:solidFill>
                  <a:srgbClr val="183C36"/>
                </a:solidFill>
                <a:latin typeface="Arial"/>
                <a:ea typeface="Arial"/>
                <a:cs typeface="Arial"/>
              </a:rPr>
              <a:t>Bir anı sayısal değerle temsil eder. Oluşturulma ve son düzenlenme için ayrı değerler tutulur.</a:t>
            </a:r>
          </a:p>
        </p:txBody>
      </p:sp>
      <p:sp>
        <p:nvSpPr>
          <p:cNvPr id="7" name="Tarih biçimlendirme">
            <a:extLst xmlns:a="http://schemas.openxmlformats.org/drawingml/2006/main">
              <a:ext uri="{FF2B5EF4-FFF2-40B4-BE49-F238E27FC236}">
                <a16:creationId xmlns:a16="http://schemas.microsoft.com/office/drawing/2014/main" id="{D9A4DA9B-8912-481D-B943-B5753B12220F}"/>
              </a:ext>
            </a:extLst>
          </p:cNvPr>
          <p:cNvSpPr>
            <a:spLocks xmlns:a="http://schemas.openxmlformats.org/drawingml/2006/main" noGrp="1"/>
          </p:cNvSpPr>
          <p:nvPr/>
        </p:nvSpPr>
        <p:spPr>
          <a:xfrm xmlns:a="http://schemas.openxmlformats.org/drawingml/2006/main">
            <a:off x="609600" y="458152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7B502A"/>
                </a:solidFill>
                <a:latin typeface="Arial"/>
                <a:ea typeface="Arial"/>
                <a:cs typeface="Arial"/>
              </a:defRPr>
            </a:defPPr>
            <a:lvl1pPr>
              <a:defRPr sz="2175" b="1">
                <a:solidFill>
                  <a:srgbClr val="7B502A"/>
                </a:solidFill>
                <a:latin typeface="Arial"/>
                <a:ea typeface="Arial"/>
                <a:cs typeface="Arial"/>
              </a:defRPr>
            </a:lvl1pPr>
            <a:lvl2pPr>
              <a:defRPr sz="2175" b="1">
                <a:solidFill>
                  <a:srgbClr val="7B502A"/>
                </a:solidFill>
                <a:latin typeface="Arial"/>
                <a:ea typeface="Arial"/>
                <a:cs typeface="Arial"/>
              </a:defRPr>
            </a:lvl2pPr>
            <a:lvl3pPr>
              <a:defRPr sz="2175" b="1">
                <a:solidFill>
                  <a:srgbClr val="7B502A"/>
                </a:solidFill>
                <a:latin typeface="Arial"/>
                <a:ea typeface="Arial"/>
                <a:cs typeface="Arial"/>
              </a:defRPr>
            </a:lvl3pPr>
            <a:lvl4pPr>
              <a:defRPr sz="2175" b="1">
                <a:solidFill>
                  <a:srgbClr val="7B502A"/>
                </a:solidFill>
                <a:latin typeface="Arial"/>
                <a:ea typeface="Arial"/>
                <a:cs typeface="Arial"/>
              </a:defRPr>
            </a:lvl4pPr>
            <a:lvl5pPr>
              <a:defRPr sz="2175" b="1">
                <a:solidFill>
                  <a:srgbClr val="7B502A"/>
                </a:solidFill>
                <a:latin typeface="Arial"/>
                <a:ea typeface="Arial"/>
                <a:cs typeface="Arial"/>
              </a:defRPr>
            </a:lvl5pPr>
            <a:lvl6pPr>
              <a:defRPr sz="2175" b="1">
                <a:solidFill>
                  <a:srgbClr val="7B502A"/>
                </a:solidFill>
                <a:latin typeface="Arial"/>
                <a:ea typeface="Arial"/>
                <a:cs typeface="Arial"/>
              </a:defRPr>
            </a:lvl6pPr>
            <a:lvl7pPr>
              <a:defRPr sz="2175" b="1">
                <a:solidFill>
                  <a:srgbClr val="7B502A"/>
                </a:solidFill>
                <a:latin typeface="Arial"/>
                <a:ea typeface="Arial"/>
                <a:cs typeface="Arial"/>
              </a:defRPr>
            </a:lvl7pPr>
            <a:lvl8pPr>
              <a:defRPr sz="2175" b="1">
                <a:solidFill>
                  <a:srgbClr val="7B502A"/>
                </a:solidFill>
                <a:latin typeface="Arial"/>
                <a:ea typeface="Arial"/>
                <a:cs typeface="Arial"/>
              </a:defRPr>
            </a:lvl8pPr>
            <a:lvl9pPr>
              <a:defRPr sz="2175" b="1">
                <a:solidFill>
                  <a:srgbClr val="7B502A"/>
                </a:solidFill>
                <a:latin typeface="Arial"/>
                <a:ea typeface="Arial"/>
                <a:cs typeface="Arial"/>
              </a:defRPr>
            </a:lvl9pPr>
          </a:lstStyle>
          <a:p xmlns:a="http://schemas.openxmlformats.org/drawingml/2006/main">
            <a:pPr>
              <a:defRPr sz="2175" b="1">
                <a:solidFill>
                  <a:srgbClr val="7B502A"/>
                </a:solidFill>
                <a:latin typeface="Arial"/>
                <a:ea typeface="Arial"/>
                <a:cs typeface="Arial"/>
              </a:defRPr>
            </a:pPr>
            <a:r>
              <a:rPr sz="2175" b="1">
                <a:solidFill>
                  <a:srgbClr val="7B502A"/>
                </a:solidFill>
                <a:latin typeface="Arial"/>
                <a:ea typeface="Arial"/>
                <a:cs typeface="Arial"/>
              </a:rPr>
              <a:t>Tarih biçimlendirme</a:t>
            </a:r>
          </a:p>
        </p:txBody>
      </p:sp>
      <p:sp>
        <p:nvSpPr>
          <p:cNvPr id="8" name="Zamanı “21 Eki 2026, 09.30” gibi okunur metne">
            <a:extLst xmlns:a="http://schemas.openxmlformats.org/drawingml/2006/main">
              <a:ext uri="{FF2B5EF4-FFF2-40B4-BE49-F238E27FC236}">
                <a16:creationId xmlns:a16="http://schemas.microsoft.com/office/drawing/2014/main" id="{471559D3-30B0-40D1-BE46-16884A32E7EC}"/>
              </a:ext>
            </a:extLst>
          </p:cNvPr>
          <p:cNvSpPr>
            <a:spLocks xmlns:a="http://schemas.openxmlformats.org/drawingml/2006/main" noGrp="1"/>
          </p:cNvSpPr>
          <p:nvPr/>
        </p:nvSpPr>
        <p:spPr>
          <a:xfrm xmlns:a="http://schemas.openxmlformats.org/drawingml/2006/main">
            <a:off x="609600" y="499110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defRPr sz="2100" b="0">
                <a:solidFill>
                  <a:srgbClr val="183C36"/>
                </a:solidFill>
                <a:latin typeface="Arial"/>
                <a:ea typeface="Arial"/>
                <a:cs typeface="Arial"/>
              </a:defRPr>
            </a:lvl1pPr>
            <a:lvl2pPr>
              <a:defRPr sz="2100" b="0">
                <a:solidFill>
                  <a:srgbClr val="183C36"/>
                </a:solidFill>
                <a:latin typeface="Arial"/>
                <a:ea typeface="Arial"/>
                <a:cs typeface="Arial"/>
              </a:defRPr>
            </a:lvl2pPr>
            <a:lvl3pPr>
              <a:defRPr sz="2100" b="0">
                <a:solidFill>
                  <a:srgbClr val="183C36"/>
                </a:solidFill>
                <a:latin typeface="Arial"/>
                <a:ea typeface="Arial"/>
                <a:cs typeface="Arial"/>
              </a:defRPr>
            </a:lvl3pPr>
            <a:lvl4pPr>
              <a:defRPr sz="2100" b="0">
                <a:solidFill>
                  <a:srgbClr val="183C36"/>
                </a:solidFill>
                <a:latin typeface="Arial"/>
                <a:ea typeface="Arial"/>
                <a:cs typeface="Arial"/>
              </a:defRPr>
            </a:lvl4pPr>
            <a:lvl5pPr>
              <a:defRPr sz="2100" b="0">
                <a:solidFill>
                  <a:srgbClr val="183C36"/>
                </a:solidFill>
                <a:latin typeface="Arial"/>
                <a:ea typeface="Arial"/>
                <a:cs typeface="Arial"/>
              </a:defRPr>
            </a:lvl5pPr>
            <a:lvl6pPr>
              <a:defRPr sz="2100" b="0">
                <a:solidFill>
                  <a:srgbClr val="183C36"/>
                </a:solidFill>
                <a:latin typeface="Arial"/>
                <a:ea typeface="Arial"/>
                <a:cs typeface="Arial"/>
              </a:defRPr>
            </a:lvl6pPr>
            <a:lvl7pPr>
              <a:defRPr sz="2100" b="0">
                <a:solidFill>
                  <a:srgbClr val="183C36"/>
                </a:solidFill>
                <a:latin typeface="Arial"/>
                <a:ea typeface="Arial"/>
                <a:cs typeface="Arial"/>
              </a:defRPr>
            </a:lvl7pPr>
            <a:lvl8pPr>
              <a:defRPr sz="2100" b="0">
                <a:solidFill>
                  <a:srgbClr val="183C36"/>
                </a:solidFill>
                <a:latin typeface="Arial"/>
                <a:ea typeface="Arial"/>
                <a:cs typeface="Arial"/>
              </a:defRPr>
            </a:lvl8pPr>
            <a:lvl9pPr>
              <a:defRPr sz="2100" b="0">
                <a:solidFill>
                  <a:srgbClr val="183C36"/>
                </a:solidFill>
                <a:latin typeface="Arial"/>
                <a:ea typeface="Arial"/>
                <a:cs typeface="Arial"/>
              </a:defRPr>
            </a:lvl9pPr>
          </a:lstStyle>
          <a:p xmlns:a="http://schemas.openxmlformats.org/drawingml/2006/main">
            <a:pPr>
              <a:defRPr sz="2100" b="0">
                <a:solidFill>
                  <a:srgbClr val="183C36"/>
                </a:solidFill>
                <a:latin typeface="Arial"/>
                <a:ea typeface="Arial"/>
                <a:cs typeface="Arial"/>
              </a:defRPr>
            </a:pPr>
            <a:r>
              <a:rPr sz="2100" b="0">
                <a:solidFill>
                  <a:srgbClr val="183C36"/>
                </a:solidFill>
                <a:latin typeface="Arial"/>
                <a:ea typeface="Arial"/>
                <a:cs typeface="Arial"/>
              </a:rPr>
              <a:t>Zamanı “21 Eki 2026, 09.30” gibi okunur metne dönüştürür. Saklanan zaman değeri aynı kalır.</a:t>
            </a:r>
          </a:p>
        </p:txBody>
      </p:sp>
      <p:sp>
        <p:nvSpPr>
          <p:cNvPr id="9" name="">
            <a:extLst xmlns:a="http://schemas.openxmlformats.org/drawingml/2006/main">
              <a:ext uri="{FF2B5EF4-FFF2-40B4-BE49-F238E27FC236}">
                <a16:creationId xmlns:a16="http://schemas.microsoft.com/office/drawing/2014/main" id="{6A25A366-33DB-482E-B119-3E7E047ADEA0}"/>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defRPr sz="1275" b="0">
                <a:solidFill>
                  <a:srgbClr val="71827B"/>
                </a:solidFill>
                <a:latin typeface="Arial"/>
                <a:ea typeface="Arial"/>
                <a:cs typeface="Arial"/>
              </a:defRPr>
            </a:lvl1pPr>
            <a:lvl2pPr>
              <a:defRPr sz="1275" b="0">
                <a:solidFill>
                  <a:srgbClr val="71827B"/>
                </a:solidFill>
                <a:latin typeface="Arial"/>
                <a:ea typeface="Arial"/>
                <a:cs typeface="Arial"/>
              </a:defRPr>
            </a:lvl2pPr>
            <a:lvl3pPr>
              <a:defRPr sz="1275" b="0">
                <a:solidFill>
                  <a:srgbClr val="71827B"/>
                </a:solidFill>
                <a:latin typeface="Arial"/>
                <a:ea typeface="Arial"/>
                <a:cs typeface="Arial"/>
              </a:defRPr>
            </a:lvl3pPr>
            <a:lvl4pPr>
              <a:defRPr sz="1275" b="0">
                <a:solidFill>
                  <a:srgbClr val="71827B"/>
                </a:solidFill>
                <a:latin typeface="Arial"/>
                <a:ea typeface="Arial"/>
                <a:cs typeface="Arial"/>
              </a:defRPr>
            </a:lvl4pPr>
            <a:lvl5pPr>
              <a:defRPr sz="1275" b="0">
                <a:solidFill>
                  <a:srgbClr val="71827B"/>
                </a:solidFill>
                <a:latin typeface="Arial"/>
                <a:ea typeface="Arial"/>
                <a:cs typeface="Arial"/>
              </a:defRPr>
            </a:lvl5pPr>
            <a:lvl6pPr>
              <a:defRPr sz="1275" b="0">
                <a:solidFill>
                  <a:srgbClr val="71827B"/>
                </a:solidFill>
                <a:latin typeface="Arial"/>
                <a:ea typeface="Arial"/>
                <a:cs typeface="Arial"/>
              </a:defRPr>
            </a:lvl6pPr>
            <a:lvl7pPr>
              <a:defRPr sz="1275" b="0">
                <a:solidFill>
                  <a:srgbClr val="71827B"/>
                </a:solidFill>
                <a:latin typeface="Arial"/>
                <a:ea typeface="Arial"/>
                <a:cs typeface="Arial"/>
              </a:defRPr>
            </a:lvl7pPr>
            <a:lvl8pPr>
              <a:defRPr sz="1275" b="0">
                <a:solidFill>
                  <a:srgbClr val="71827B"/>
                </a:solidFill>
                <a:latin typeface="Arial"/>
                <a:ea typeface="Arial"/>
                <a:cs typeface="Arial"/>
              </a:defRPr>
            </a:lvl8pPr>
            <a:lvl9pPr>
              <a:defRPr sz="1275" b="0">
                <a:solidFill>
                  <a:srgbClr val="71827B"/>
                </a:solidFill>
                <a:latin typeface="Arial"/>
                <a:ea typeface="Arial"/>
                <a:cs typeface="Arial"/>
              </a:defRPr>
            </a:lvl9pPr>
          </a:lstStyle>
          <a:p xmlns:a="http://schemas.openxmlformats.org/drawingml/2006/main">
            <a:pPr>
              <a:defRPr sz="1275" b="0">
                <a:solidFill>
                  <a:srgbClr val="71827B"/>
                </a:solidFill>
                <a:latin typeface="Arial"/>
                <a:ea typeface="Arial"/>
                <a:cs typeface="Arial"/>
              </a:defRPr>
            </a:pPr>
            <a:r>
              <a:rPr sz="1275">
                <a:solidFill>
                  <a:srgbClr val="71827B"/>
                </a:solidFill>
                <a:latin typeface="Arial"/>
                <a:ea typeface="Arial"/>
                <a:cs typeface="Arial"/>
              </a:rPr>
              <a:t>10</a:t>
            </a:r>
          </a:p>
        </p:txBody>
      </p:sp>
    </p:spTree>
    <p:extLst>
      <p:ext uri="{BB962C8B-B14F-4D97-AF65-F5344CB8AC3E}">
        <p14:creationId xmlns:p14="http://schemas.microsoft.com/office/powerpoint/2010/main" val="376119308"/>
      </p:ext>
    </p:extLst>
  </p:cSld>
</p:sld>
</file>

<file path=ppt/slides/slide11.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GRUP 2 / YAPILACAKLAR">
            <a:extLst xmlns:a="http://schemas.openxmlformats.org/drawingml/2006/main">
              <a:ext uri="{FF2B5EF4-FFF2-40B4-BE49-F238E27FC236}">
                <a16:creationId xmlns:a16="http://schemas.microsoft.com/office/drawing/2014/main" id="{DAB82E8A-0AE5-4D1A-A896-9E0D67211C94}"/>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7B502A"/>
                </a:solidFill>
                <a:latin typeface="Arial"/>
                <a:ea typeface="Arial"/>
                <a:cs typeface="Arial"/>
              </a:defRPr>
            </a:defPPr>
            <a:lvl1pPr>
              <a:buNone/>
              <a:defRPr sz="1425" b="1">
                <a:solidFill>
                  <a:srgbClr val="7B502A"/>
                </a:solidFill>
                <a:latin typeface="Arial"/>
                <a:ea typeface="Arial"/>
                <a:cs typeface="Arial"/>
              </a:defRPr>
            </a:lvl1pPr>
            <a:lvl2pPr>
              <a:buNone/>
              <a:defRPr sz="1425" b="1">
                <a:solidFill>
                  <a:srgbClr val="7B502A"/>
                </a:solidFill>
                <a:latin typeface="Arial"/>
                <a:ea typeface="Arial"/>
                <a:cs typeface="Arial"/>
              </a:defRPr>
            </a:lvl2pPr>
            <a:lvl3pPr>
              <a:buNone/>
              <a:defRPr sz="1425" b="1">
                <a:solidFill>
                  <a:srgbClr val="7B502A"/>
                </a:solidFill>
                <a:latin typeface="Arial"/>
                <a:ea typeface="Arial"/>
                <a:cs typeface="Arial"/>
              </a:defRPr>
            </a:lvl3pPr>
            <a:lvl4pPr>
              <a:buNone/>
              <a:defRPr sz="1425" b="1">
                <a:solidFill>
                  <a:srgbClr val="7B502A"/>
                </a:solidFill>
                <a:latin typeface="Arial"/>
                <a:ea typeface="Arial"/>
                <a:cs typeface="Arial"/>
              </a:defRPr>
            </a:lvl4pPr>
            <a:lvl5pPr>
              <a:buNone/>
              <a:defRPr sz="1425" b="1">
                <a:solidFill>
                  <a:srgbClr val="7B502A"/>
                </a:solidFill>
                <a:latin typeface="Arial"/>
                <a:ea typeface="Arial"/>
                <a:cs typeface="Arial"/>
              </a:defRPr>
            </a:lvl5pPr>
            <a:lvl6pPr>
              <a:buNone/>
              <a:defRPr sz="1425" b="1">
                <a:solidFill>
                  <a:srgbClr val="7B502A"/>
                </a:solidFill>
                <a:latin typeface="Arial"/>
                <a:ea typeface="Arial"/>
                <a:cs typeface="Arial"/>
              </a:defRPr>
            </a:lvl6pPr>
            <a:lvl7pPr>
              <a:buNone/>
              <a:defRPr sz="1425" b="1">
                <a:solidFill>
                  <a:srgbClr val="7B502A"/>
                </a:solidFill>
                <a:latin typeface="Arial"/>
                <a:ea typeface="Arial"/>
                <a:cs typeface="Arial"/>
              </a:defRPr>
            </a:lvl7pPr>
            <a:lvl8pPr>
              <a:buNone/>
              <a:defRPr sz="1425" b="1">
                <a:solidFill>
                  <a:srgbClr val="7B502A"/>
                </a:solidFill>
                <a:latin typeface="Arial"/>
                <a:ea typeface="Arial"/>
                <a:cs typeface="Arial"/>
              </a:defRPr>
            </a:lvl8pPr>
            <a:lvl9pPr>
              <a:buNone/>
              <a:defRPr sz="1425" b="1">
                <a:solidFill>
                  <a:srgbClr val="7B502A"/>
                </a:solidFill>
                <a:latin typeface="Arial"/>
                <a:ea typeface="Arial"/>
                <a:cs typeface="Arial"/>
              </a:defRPr>
            </a:lvl9pPr>
          </a:lstStyle>
          <a:p xmlns:a="http://schemas.openxmlformats.org/drawingml/2006/main">
            <a:pPr>
              <a:buNone/>
              <a:defRPr sz="1425" b="1">
                <a:solidFill>
                  <a:srgbClr val="7B502A"/>
                </a:solidFill>
                <a:latin typeface="Arial"/>
                <a:ea typeface="Arial"/>
                <a:cs typeface="Arial"/>
              </a:defRPr>
            </a:pPr>
            <a:r>
              <a:rPr sz="1425" b="1">
                <a:solidFill>
                  <a:srgbClr val="7B502A"/>
                </a:solidFill>
                <a:latin typeface="Arial"/>
                <a:ea typeface="Arial"/>
                <a:cs typeface="Arial"/>
              </a:rPr>
              <a:t>GRUP 2 / YAPILACAKLAR</a:t>
            </a:r>
          </a:p>
        </p:txBody>
      </p:sp>
      <p:sp>
        <p:nvSpPr>
          <p:cNvPr id="2" name="Kategori ve tarih">
            <a:extLst xmlns:a="http://schemas.openxmlformats.org/drawingml/2006/main">
              <a:ext uri="{FF2B5EF4-FFF2-40B4-BE49-F238E27FC236}">
                <a16:creationId xmlns:a16="http://schemas.microsoft.com/office/drawing/2014/main" id="{E8BAB931-22C1-4341-B382-E2DB7CC2C5DA}"/>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Kategori ve tarih</a:t>
            </a:r>
          </a:p>
        </p:txBody>
      </p:sp>
      <p:sp>
        <p:nvSpPr>
          <p:cNvPr id="3" name="08">
            <a:extLst xmlns:a="http://schemas.openxmlformats.org/drawingml/2006/main">
              <a:ext uri="{FF2B5EF4-FFF2-40B4-BE49-F238E27FC236}">
                <a16:creationId xmlns:a16="http://schemas.microsoft.com/office/drawing/2014/main" id="{30AA26BA-3E5D-4133-8483-3B0316828BEE}"/>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11</a:t>
            </a:r>
          </a:p>
        </p:txBody>
      </p:sp>
      <p:sp>
        <p:nvSpPr>
          <p:cNvPr id="4" name="Her notun kategorisi ve zaman bilgileri ">
            <a:extLst xmlns:a="http://schemas.openxmlformats.org/drawingml/2006/main">
              <a:ext uri="{FF2B5EF4-FFF2-40B4-BE49-F238E27FC236}">
                <a16:creationId xmlns:a16="http://schemas.microsoft.com/office/drawing/2014/main" id="{C01CF2CB-6803-4860-AE0D-083BB23E2ACD}"/>
              </a:ext>
            </a:extLst>
          </p:cNvPr>
          <p:cNvSpPr>
            <a:spLocks xmlns:a="http://schemas.openxmlformats.org/drawingml/2006/main" noGrp="1"/>
          </p:cNvSpPr>
          <p:nvPr/>
        </p:nvSpPr>
        <p:spPr>
          <a:xfrm xmlns:a="http://schemas.openxmlformats.org/drawingml/2006/main">
            <a:off x="609600" y="16478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7B502A"/>
                </a:solidFill>
                <a:latin typeface="Arial"/>
                <a:ea typeface="Arial"/>
                <a:cs typeface="Arial"/>
              </a:defRPr>
            </a:defPPr>
            <a:lvl1pPr>
              <a:buNone/>
              <a:defRPr sz="2025" b="1">
                <a:solidFill>
                  <a:srgbClr val="7B502A"/>
                </a:solidFill>
                <a:latin typeface="Arial"/>
                <a:ea typeface="Arial"/>
                <a:cs typeface="Arial"/>
              </a:defRPr>
            </a:lvl1pPr>
            <a:lvl2pPr>
              <a:buNone/>
              <a:defRPr sz="2025" b="1">
                <a:solidFill>
                  <a:srgbClr val="7B502A"/>
                </a:solidFill>
                <a:latin typeface="Arial"/>
                <a:ea typeface="Arial"/>
                <a:cs typeface="Arial"/>
              </a:defRPr>
            </a:lvl2pPr>
            <a:lvl3pPr>
              <a:buNone/>
              <a:defRPr sz="2025" b="1">
                <a:solidFill>
                  <a:srgbClr val="7B502A"/>
                </a:solidFill>
                <a:latin typeface="Arial"/>
                <a:ea typeface="Arial"/>
                <a:cs typeface="Arial"/>
              </a:defRPr>
            </a:lvl3pPr>
            <a:lvl4pPr>
              <a:buNone/>
              <a:defRPr sz="2025" b="1">
                <a:solidFill>
                  <a:srgbClr val="7B502A"/>
                </a:solidFill>
                <a:latin typeface="Arial"/>
                <a:ea typeface="Arial"/>
                <a:cs typeface="Arial"/>
              </a:defRPr>
            </a:lvl4pPr>
            <a:lvl5pPr>
              <a:buNone/>
              <a:defRPr sz="2025" b="1">
                <a:solidFill>
                  <a:srgbClr val="7B502A"/>
                </a:solidFill>
                <a:latin typeface="Arial"/>
                <a:ea typeface="Arial"/>
                <a:cs typeface="Arial"/>
              </a:defRPr>
            </a:lvl5pPr>
            <a:lvl6pPr>
              <a:buNone/>
              <a:defRPr sz="2025" b="1">
                <a:solidFill>
                  <a:srgbClr val="7B502A"/>
                </a:solidFill>
                <a:latin typeface="Arial"/>
                <a:ea typeface="Arial"/>
                <a:cs typeface="Arial"/>
              </a:defRPr>
            </a:lvl6pPr>
            <a:lvl7pPr>
              <a:buNone/>
              <a:defRPr sz="2025" b="1">
                <a:solidFill>
                  <a:srgbClr val="7B502A"/>
                </a:solidFill>
                <a:latin typeface="Arial"/>
                <a:ea typeface="Arial"/>
                <a:cs typeface="Arial"/>
              </a:defRPr>
            </a:lvl7pPr>
            <a:lvl8pPr>
              <a:buNone/>
              <a:defRPr sz="2025" b="1">
                <a:solidFill>
                  <a:srgbClr val="7B502A"/>
                </a:solidFill>
                <a:latin typeface="Arial"/>
                <a:ea typeface="Arial"/>
                <a:cs typeface="Arial"/>
              </a:defRPr>
            </a:lvl8pPr>
            <a:lvl9pPr>
              <a:buNone/>
              <a:defRPr sz="2025" b="1">
                <a:solidFill>
                  <a:srgbClr val="7B502A"/>
                </a:solidFill>
                <a:latin typeface="Arial"/>
                <a:ea typeface="Arial"/>
                <a:cs typeface="Arial"/>
              </a:defRPr>
            </a:lvl9pPr>
          </a:lstStyle>
          <a:p xmlns:a="http://schemas.openxmlformats.org/drawingml/2006/main">
            <a:pPr>
              <a:buNone/>
              <a:defRPr sz="2025" b="1">
                <a:solidFill>
                  <a:srgbClr val="7B502A"/>
                </a:solidFill>
                <a:latin typeface="Arial"/>
                <a:ea typeface="Arial"/>
                <a:cs typeface="Arial"/>
              </a:defRPr>
            </a:pPr>
            <a:r>
              <a:rPr sz="2025" b="1">
                <a:solidFill>
                  <a:srgbClr val="7B502A"/>
                </a:solidFill>
                <a:latin typeface="Arial"/>
                <a:ea typeface="Arial"/>
                <a:cs typeface="Arial"/>
              </a:rPr>
              <a:t>Her notun kategorisi ve zaman bilgileri görünecek.</a:t>
            </a:r>
          </a:p>
        </p:txBody>
      </p:sp>
      <p:sp>
        <p:nvSpPr>
          <p:cNvPr id="5" name="1.  Genel, Ders, Kişisel ve İş seçenekli">
            <a:extLst xmlns:a="http://schemas.openxmlformats.org/drawingml/2006/main">
              <a:ext uri="{FF2B5EF4-FFF2-40B4-BE49-F238E27FC236}">
                <a16:creationId xmlns:a16="http://schemas.microsoft.com/office/drawing/2014/main" id="{16AF2026-9D94-489C-9F44-DDA7947BAEC5}"/>
              </a:ext>
            </a:extLst>
          </p:cNvPr>
          <p:cNvSpPr>
            <a:spLocks xmlns:a="http://schemas.openxmlformats.org/drawingml/2006/main" noGrp="1"/>
          </p:cNvSpPr>
          <p:nvPr/>
        </p:nvSpPr>
        <p:spPr>
          <a:xfrm xmlns:a="http://schemas.openxmlformats.org/drawingml/2006/main">
            <a:off x="609600" y="2343150"/>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1.  Genel, Ders, Kişisel ve İş seçenekli Spinner ekleyin.</a:t>
            </a:r>
          </a:p>
        </p:txBody>
      </p:sp>
      <p:sp>
        <p:nvSpPr>
          <p:cNvPr id="6" name="2.  Kategori, oluşturulma ve düzenlenme ">
            <a:extLst xmlns:a="http://schemas.openxmlformats.org/drawingml/2006/main">
              <a:ext uri="{FF2B5EF4-FFF2-40B4-BE49-F238E27FC236}">
                <a16:creationId xmlns:a16="http://schemas.microsoft.com/office/drawing/2014/main" id="{D7B18E4E-1B1C-4DA1-B4BB-7D0EBF7270ED}"/>
              </a:ext>
            </a:extLst>
          </p:cNvPr>
          <p:cNvSpPr>
            <a:spLocks xmlns:a="http://schemas.openxmlformats.org/drawingml/2006/main" noGrp="1"/>
          </p:cNvSpPr>
          <p:nvPr/>
        </p:nvSpPr>
        <p:spPr>
          <a:xfrm xmlns:a="http://schemas.openxmlformats.org/drawingml/2006/main">
            <a:off x="609600" y="3209925"/>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2.  Kategori, oluşturulma ve düzenlenme zamanı alanlarını modele ekleyin.</a:t>
            </a:r>
          </a:p>
        </p:txBody>
      </p:sp>
      <p:sp>
        <p:nvSpPr>
          <p:cNvPr id="7" name="3.  Eklerken iki zamanı aynı değere ayar">
            <a:extLst xmlns:a="http://schemas.openxmlformats.org/drawingml/2006/main">
              <a:ext uri="{FF2B5EF4-FFF2-40B4-BE49-F238E27FC236}">
                <a16:creationId xmlns:a16="http://schemas.microsoft.com/office/drawing/2014/main" id="{88652276-FD6E-46E7-8149-8489FD696A15}"/>
              </a:ext>
            </a:extLst>
          </p:cNvPr>
          <p:cNvSpPr>
            <a:spLocks xmlns:a="http://schemas.openxmlformats.org/drawingml/2006/main" noGrp="1"/>
          </p:cNvSpPr>
          <p:nvPr/>
        </p:nvSpPr>
        <p:spPr>
          <a:xfrm xmlns:a="http://schemas.openxmlformats.org/drawingml/2006/main">
            <a:off x="609600" y="4076700"/>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3.  Eklerken iki zamanı aynı değere ayarlayın. Düzenlerken yalnız son düzenlenme zamanını değiştirin.</a:t>
            </a:r>
          </a:p>
        </p:txBody>
      </p:sp>
      <p:sp>
        <p:nvSpPr>
          <p:cNvPr id="8" name="4.  Kategori ve okunabilir tarihi satırd">
            <a:extLst xmlns:a="http://schemas.openxmlformats.org/drawingml/2006/main">
              <a:ext uri="{FF2B5EF4-FFF2-40B4-BE49-F238E27FC236}">
                <a16:creationId xmlns:a16="http://schemas.microsoft.com/office/drawing/2014/main" id="{C445663F-958F-4A66-A5FD-B56C5767DEE2}"/>
              </a:ext>
            </a:extLst>
          </p:cNvPr>
          <p:cNvSpPr>
            <a:spLocks xmlns:a="http://schemas.openxmlformats.org/drawingml/2006/main" noGrp="1"/>
          </p:cNvSpPr>
          <p:nvPr/>
        </p:nvSpPr>
        <p:spPr>
          <a:xfrm xmlns:a="http://schemas.openxmlformats.org/drawingml/2006/main">
            <a:off x="609600" y="4943475"/>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4.  Kategori ve okunabilir tarihi satırda gösterin. Renk seçimi ek görevdir.</a:t>
            </a:r>
          </a:p>
        </p:txBody>
      </p:sp>
    </p:spTree>
    <p:extLst>
      <p:ext uri="{BB962C8B-B14F-4D97-AF65-F5344CB8AC3E}">
        <p14:creationId xmlns:p14="http://schemas.microsoft.com/office/powerpoint/2010/main" val="1157369938"/>
      </p:ext>
    </p:extLst>
  </p:cSld>
</p:sld>
</file>

<file path=ppt/slides/slide1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GRUP 2 / HEDEF EKRAN TASLAĞI">
            <a:extLst xmlns:a="http://schemas.openxmlformats.org/drawingml/2006/main">
              <a:ext uri="{FF2B5EF4-FFF2-40B4-BE49-F238E27FC236}">
                <a16:creationId xmlns:a16="http://schemas.microsoft.com/office/drawing/2014/main" id="{5C9E4EA2-394D-4188-9A50-4EF5B35AB633}"/>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7B502A"/>
                </a:solidFill>
                <a:latin typeface="Arial"/>
                <a:ea typeface="Arial"/>
                <a:cs typeface="Arial"/>
              </a:defRPr>
            </a:defPPr>
            <a:lvl1pPr>
              <a:buNone/>
              <a:defRPr sz="1425" b="1">
                <a:solidFill>
                  <a:srgbClr val="7B502A"/>
                </a:solidFill>
                <a:latin typeface="Arial"/>
                <a:ea typeface="Arial"/>
                <a:cs typeface="Arial"/>
              </a:defRPr>
            </a:lvl1pPr>
            <a:lvl2pPr>
              <a:buNone/>
              <a:defRPr sz="1425" b="1">
                <a:solidFill>
                  <a:srgbClr val="7B502A"/>
                </a:solidFill>
                <a:latin typeface="Arial"/>
                <a:ea typeface="Arial"/>
                <a:cs typeface="Arial"/>
              </a:defRPr>
            </a:lvl2pPr>
            <a:lvl3pPr>
              <a:buNone/>
              <a:defRPr sz="1425" b="1">
                <a:solidFill>
                  <a:srgbClr val="7B502A"/>
                </a:solidFill>
                <a:latin typeface="Arial"/>
                <a:ea typeface="Arial"/>
                <a:cs typeface="Arial"/>
              </a:defRPr>
            </a:lvl3pPr>
            <a:lvl4pPr>
              <a:buNone/>
              <a:defRPr sz="1425" b="1">
                <a:solidFill>
                  <a:srgbClr val="7B502A"/>
                </a:solidFill>
                <a:latin typeface="Arial"/>
                <a:ea typeface="Arial"/>
                <a:cs typeface="Arial"/>
              </a:defRPr>
            </a:lvl4pPr>
            <a:lvl5pPr>
              <a:buNone/>
              <a:defRPr sz="1425" b="1">
                <a:solidFill>
                  <a:srgbClr val="7B502A"/>
                </a:solidFill>
                <a:latin typeface="Arial"/>
                <a:ea typeface="Arial"/>
                <a:cs typeface="Arial"/>
              </a:defRPr>
            </a:lvl5pPr>
            <a:lvl6pPr>
              <a:buNone/>
              <a:defRPr sz="1425" b="1">
                <a:solidFill>
                  <a:srgbClr val="7B502A"/>
                </a:solidFill>
                <a:latin typeface="Arial"/>
                <a:ea typeface="Arial"/>
                <a:cs typeface="Arial"/>
              </a:defRPr>
            </a:lvl6pPr>
            <a:lvl7pPr>
              <a:buNone/>
              <a:defRPr sz="1425" b="1">
                <a:solidFill>
                  <a:srgbClr val="7B502A"/>
                </a:solidFill>
                <a:latin typeface="Arial"/>
                <a:ea typeface="Arial"/>
                <a:cs typeface="Arial"/>
              </a:defRPr>
            </a:lvl7pPr>
            <a:lvl8pPr>
              <a:buNone/>
              <a:defRPr sz="1425" b="1">
                <a:solidFill>
                  <a:srgbClr val="7B502A"/>
                </a:solidFill>
                <a:latin typeface="Arial"/>
                <a:ea typeface="Arial"/>
                <a:cs typeface="Arial"/>
              </a:defRPr>
            </a:lvl8pPr>
            <a:lvl9pPr>
              <a:buNone/>
              <a:defRPr sz="1425" b="1">
                <a:solidFill>
                  <a:srgbClr val="7B502A"/>
                </a:solidFill>
                <a:latin typeface="Arial"/>
                <a:ea typeface="Arial"/>
                <a:cs typeface="Arial"/>
              </a:defRPr>
            </a:lvl9pPr>
          </a:lstStyle>
          <a:p xmlns:a="http://schemas.openxmlformats.org/drawingml/2006/main">
            <a:pPr>
              <a:buNone/>
              <a:defRPr sz="1425" b="1">
                <a:solidFill>
                  <a:srgbClr val="7B502A"/>
                </a:solidFill>
                <a:latin typeface="Arial"/>
                <a:ea typeface="Arial"/>
                <a:cs typeface="Arial"/>
              </a:defRPr>
            </a:pPr>
            <a:r>
              <a:rPr sz="1425" b="1">
                <a:solidFill>
                  <a:srgbClr val="7B502A"/>
                </a:solidFill>
                <a:latin typeface="Arial"/>
                <a:ea typeface="Arial"/>
                <a:cs typeface="Arial"/>
              </a:rPr>
              <a:t>GRUP 2 / HEDEF EKRAN TASLAĞI</a:t>
            </a:r>
          </a:p>
        </p:txBody>
      </p:sp>
      <p:sp>
        <p:nvSpPr>
          <p:cNvPr id="2" name="Kategori ve tarih ekranı">
            <a:extLst xmlns:a="http://schemas.openxmlformats.org/drawingml/2006/main">
              <a:ext uri="{FF2B5EF4-FFF2-40B4-BE49-F238E27FC236}">
                <a16:creationId xmlns:a16="http://schemas.microsoft.com/office/drawing/2014/main" id="{4C114906-FF93-4481-AAC1-21E32081B59A}"/>
              </a:ext>
            </a:extLst>
          </p:cNvPr>
          <p:cNvSpPr>
            <a:spLocks xmlns:a="http://schemas.openxmlformats.org/drawingml/2006/main" noGrp="1"/>
          </p:cNvSpPr>
          <p:nvPr/>
        </p:nvSpPr>
        <p:spPr>
          <a:xfrm xmlns:a="http://schemas.openxmlformats.org/drawingml/2006/main">
            <a:off x="609600" y="781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Kategori ve tarih ekranı</a:t>
            </a:r>
          </a:p>
        </p:txBody>
      </p:sp>
      <p:sp>
        <p:nvSpPr>
          <p:cNvPr id="3" name="Kategori, açılır listeden seçilir.">
            <a:extLst xmlns:a="http://schemas.openxmlformats.org/drawingml/2006/main">
              <a:ext uri="{FF2B5EF4-FFF2-40B4-BE49-F238E27FC236}">
                <a16:creationId xmlns:a16="http://schemas.microsoft.com/office/drawing/2014/main" id="{21A29B22-E56B-4BA5-8CB6-B7C71DD39394}"/>
              </a:ext>
            </a:extLst>
          </p:cNvPr>
          <p:cNvSpPr>
            <a:spLocks xmlns:a="http://schemas.openxmlformats.org/drawingml/2006/main" noGrp="1"/>
          </p:cNvSpPr>
          <p:nvPr/>
        </p:nvSpPr>
        <p:spPr>
          <a:xfrm xmlns:a="http://schemas.openxmlformats.org/drawingml/2006/main">
            <a:off x="609600" y="2085975"/>
            <a:ext cx="590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Kategori, açılır listeden seçilir.</a:t>
            </a:r>
          </a:p>
        </p:txBody>
      </p:sp>
      <p:sp>
        <p:nvSpPr>
          <p:cNvPr id="4" name="Not satırında kategori ve iki zaman bilgisi g">
            <a:extLst xmlns:a="http://schemas.openxmlformats.org/drawingml/2006/main">
              <a:ext uri="{FF2B5EF4-FFF2-40B4-BE49-F238E27FC236}">
                <a16:creationId xmlns:a16="http://schemas.microsoft.com/office/drawing/2014/main" id="{B0CABB27-3ABD-4335-B666-FFED22CFBDFD}"/>
              </a:ext>
            </a:extLst>
          </p:cNvPr>
          <p:cNvSpPr>
            <a:spLocks xmlns:a="http://schemas.openxmlformats.org/drawingml/2006/main" noGrp="1"/>
          </p:cNvSpPr>
          <p:nvPr/>
        </p:nvSpPr>
        <p:spPr>
          <a:xfrm xmlns:a="http://schemas.openxmlformats.org/drawingml/2006/main">
            <a:off x="609600" y="3152775"/>
            <a:ext cx="590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Not satırında kategori ve iki zaman bilgisi görünür.</a:t>
            </a:r>
          </a:p>
        </p:txBody>
      </p:sp>
      <p:sp>
        <p:nvSpPr>
          <p:cNvPr id="5" name="Düzenleme, oluşturulma tarihini korur.">
            <a:extLst xmlns:a="http://schemas.openxmlformats.org/drawingml/2006/main">
              <a:ext uri="{FF2B5EF4-FFF2-40B4-BE49-F238E27FC236}">
                <a16:creationId xmlns:a16="http://schemas.microsoft.com/office/drawing/2014/main" id="{2D1E8300-339C-4310-A389-536CBA131883}"/>
              </a:ext>
            </a:extLst>
          </p:cNvPr>
          <p:cNvSpPr>
            <a:spLocks xmlns:a="http://schemas.openxmlformats.org/drawingml/2006/main" noGrp="1"/>
          </p:cNvSpPr>
          <p:nvPr/>
        </p:nvSpPr>
        <p:spPr>
          <a:xfrm xmlns:a="http://schemas.openxmlformats.org/drawingml/2006/main">
            <a:off x="609600" y="4219575"/>
            <a:ext cx="590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Düzenleme, oluşturulma tarihini korur.</a:t>
            </a:r>
          </a:p>
        </p:txBody>
      </p:sp>
      <p:pic>
        <p:nvPicPr>
          <p:cNvPr id="6" name="">
            <a:extLst xmlns:a="http://schemas.openxmlformats.org/drawingml/2006/main">
              <a:ext uri="{FF2B5EF4-FFF2-40B4-BE49-F238E27FC236}">
                <a16:creationId xmlns:a16="http://schemas.microsoft.com/office/drawing/2014/main" id="{1A20AC8F-8DBD-4824-B3C6-B03D726BE372}"/>
              </a:ext>
            </a:extLst>
          </p:cNvPr>
          <p:cNvPicPr>
            <a:picLocks xmlns:a="http://schemas.openxmlformats.org/drawingml/2006/main" noChangeAspect="1"/>
          </p:cNvPicPr>
          <p:nvPr/>
        </p:nvPicPr>
        <p:blipFill>
          <a:blip xmlns:r="http://schemas.openxmlformats.org/officeDocument/2006/relationships" xmlns:a="http://schemas.openxmlformats.org/drawingml/2006/main" r:embed="Rbd27b4d1d4a046e3"/>
          <a:srcRect xmlns:a="http://schemas.openxmlformats.org/drawingml/2006/main" l="0" t="0" r="0" b="25000"/>
          <a:stretch xmlns:a="http://schemas.openxmlformats.org/drawingml/2006/main"/>
        </p:blipFill>
        <p:spPr>
          <a:xfrm xmlns:a="http://schemas.openxmlformats.org/drawingml/2006/main">
            <a:off x="8010525" y="1685925"/>
            <a:ext cx="2628900" cy="4381500"/>
          </a:xfrm>
          <a:prstGeom xmlns:a="http://schemas.openxmlformats.org/drawingml/2006/main" prst="rect">
            <a:avLst/>
          </a:prstGeom>
        </p:spPr>
      </p:pic>
      <p:sp>
        <p:nvSpPr>
          <p:cNvPr id="7" name="Arayüz prototipi. Hedef davranış, grup görevi">
            <a:extLst xmlns:a="http://schemas.openxmlformats.org/drawingml/2006/main">
              <a:ext uri="{FF2B5EF4-FFF2-40B4-BE49-F238E27FC236}">
                <a16:creationId xmlns:a16="http://schemas.microsoft.com/office/drawing/2014/main" id="{08318C5E-065F-424A-AEF3-CA982B755FBC}"/>
              </a:ext>
            </a:extLst>
          </p:cNvPr>
          <p:cNvSpPr>
            <a:spLocks xmlns:a="http://schemas.openxmlformats.org/drawingml/2006/main" noGrp="1"/>
          </p:cNvSpPr>
          <p:nvPr/>
        </p:nvSpPr>
        <p:spPr>
          <a:xfrm xmlns:a="http://schemas.openxmlformats.org/drawingml/2006/main">
            <a:off x="609600" y="627697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67A71"/>
                </a:solidFill>
                <a:latin typeface="Arial"/>
                <a:ea typeface="Arial"/>
                <a:cs typeface="Arial"/>
              </a:defRPr>
            </a:defPPr>
            <a:lvl1pPr>
              <a:buNone/>
              <a:defRPr sz="1725" b="0">
                <a:solidFill>
                  <a:srgbClr val="667A71"/>
                </a:solidFill>
                <a:latin typeface="Arial"/>
                <a:ea typeface="Arial"/>
                <a:cs typeface="Arial"/>
              </a:defRPr>
            </a:lvl1pPr>
            <a:lvl2pPr>
              <a:buNone/>
              <a:defRPr sz="1725" b="0">
                <a:solidFill>
                  <a:srgbClr val="667A71"/>
                </a:solidFill>
                <a:latin typeface="Arial"/>
                <a:ea typeface="Arial"/>
                <a:cs typeface="Arial"/>
              </a:defRPr>
            </a:lvl2pPr>
            <a:lvl3pPr>
              <a:buNone/>
              <a:defRPr sz="1725" b="0">
                <a:solidFill>
                  <a:srgbClr val="667A71"/>
                </a:solidFill>
                <a:latin typeface="Arial"/>
                <a:ea typeface="Arial"/>
                <a:cs typeface="Arial"/>
              </a:defRPr>
            </a:lvl3pPr>
            <a:lvl4pPr>
              <a:buNone/>
              <a:defRPr sz="1725" b="0">
                <a:solidFill>
                  <a:srgbClr val="667A71"/>
                </a:solidFill>
                <a:latin typeface="Arial"/>
                <a:ea typeface="Arial"/>
                <a:cs typeface="Arial"/>
              </a:defRPr>
            </a:lvl4pPr>
            <a:lvl5pPr>
              <a:buNone/>
              <a:defRPr sz="1725" b="0">
                <a:solidFill>
                  <a:srgbClr val="667A71"/>
                </a:solidFill>
                <a:latin typeface="Arial"/>
                <a:ea typeface="Arial"/>
                <a:cs typeface="Arial"/>
              </a:defRPr>
            </a:lvl5pPr>
            <a:lvl6pPr>
              <a:buNone/>
              <a:defRPr sz="1725" b="0">
                <a:solidFill>
                  <a:srgbClr val="667A71"/>
                </a:solidFill>
                <a:latin typeface="Arial"/>
                <a:ea typeface="Arial"/>
                <a:cs typeface="Arial"/>
              </a:defRPr>
            </a:lvl6pPr>
            <a:lvl7pPr>
              <a:buNone/>
              <a:defRPr sz="1725" b="0">
                <a:solidFill>
                  <a:srgbClr val="667A71"/>
                </a:solidFill>
                <a:latin typeface="Arial"/>
                <a:ea typeface="Arial"/>
                <a:cs typeface="Arial"/>
              </a:defRPr>
            </a:lvl7pPr>
            <a:lvl8pPr>
              <a:buNone/>
              <a:defRPr sz="1725" b="0">
                <a:solidFill>
                  <a:srgbClr val="667A71"/>
                </a:solidFill>
                <a:latin typeface="Arial"/>
                <a:ea typeface="Arial"/>
                <a:cs typeface="Arial"/>
              </a:defRPr>
            </a:lvl8pPr>
            <a:lvl9pPr>
              <a:buNone/>
              <a:defRPr sz="1725" b="0">
                <a:solidFill>
                  <a:srgbClr val="667A71"/>
                </a:solidFill>
                <a:latin typeface="Arial"/>
                <a:ea typeface="Arial"/>
                <a:cs typeface="Arial"/>
              </a:defRPr>
            </a:lvl9pPr>
          </a:lstStyle>
          <a:p xmlns:a="http://schemas.openxmlformats.org/drawingml/2006/main">
            <a:pPr>
              <a:buNone/>
              <a:defRPr sz="1725" b="0">
                <a:solidFill>
                  <a:srgbClr val="667A71"/>
                </a:solidFill>
                <a:latin typeface="Arial"/>
                <a:ea typeface="Arial"/>
                <a:cs typeface="Arial"/>
              </a:defRPr>
            </a:pPr>
            <a:r>
              <a:rPr sz="1725" b="0">
                <a:solidFill>
                  <a:srgbClr val="667A71"/>
                </a:solidFill>
                <a:latin typeface="Arial"/>
                <a:ea typeface="Arial"/>
                <a:cs typeface="Arial"/>
              </a:rPr>
              <a:t>Arayüz prototipi. Hedef davranış, grup görevi sırasında kodlanacak.</a:t>
            </a:r>
          </a:p>
        </p:txBody>
      </p:sp>
      <p:sp>
        <p:nvSpPr>
          <p:cNvPr id="8" name="">
            <a:extLst xmlns:a="http://schemas.openxmlformats.org/drawingml/2006/main">
              <a:ext uri="{FF2B5EF4-FFF2-40B4-BE49-F238E27FC236}">
                <a16:creationId xmlns:a16="http://schemas.microsoft.com/office/drawing/2014/main" id="{A07BB221-F280-4AEB-AB87-30D83AADCE07}"/>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a:solidFill>
                  <a:srgbClr val="71827B"/>
                </a:solidFill>
                <a:latin typeface="Arial"/>
                <a:ea typeface="Arial"/>
                <a:cs typeface="Arial"/>
              </a:rPr>
              <a:t>12</a:t>
            </a:r>
          </a:p>
        </p:txBody>
      </p:sp>
    </p:spTree>
    <p:extLst>
      <p:ext uri="{BB962C8B-B14F-4D97-AF65-F5344CB8AC3E}">
        <p14:creationId xmlns:p14="http://schemas.microsoft.com/office/powerpoint/2010/main" val="458063885"/>
      </p:ext>
    </p:extLst>
  </p:cSld>
</p:sld>
</file>

<file path=ppt/slides/slide1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GRUP 2 / KATEGORİ VE TARİH">
            <a:extLst xmlns:a="http://schemas.openxmlformats.org/drawingml/2006/main">
              <a:ext uri="{FF2B5EF4-FFF2-40B4-BE49-F238E27FC236}">
                <a16:creationId xmlns:a16="http://schemas.microsoft.com/office/drawing/2014/main" id="{EDA93C30-73A0-40B5-9D6A-4C182BEA13C4}"/>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7B502A"/>
                </a:solidFill>
                <a:latin typeface="Arial"/>
                <a:ea typeface="Arial"/>
                <a:cs typeface="Arial"/>
              </a:defRPr>
            </a:defPPr>
            <a:lvl1pPr>
              <a:buNone/>
              <a:defRPr sz="1425" b="1">
                <a:solidFill>
                  <a:srgbClr val="7B502A"/>
                </a:solidFill>
                <a:latin typeface="Arial"/>
                <a:ea typeface="Arial"/>
                <a:cs typeface="Arial"/>
              </a:defRPr>
            </a:lvl1pPr>
            <a:lvl2pPr>
              <a:buNone/>
              <a:defRPr sz="1425" b="1">
                <a:solidFill>
                  <a:srgbClr val="7B502A"/>
                </a:solidFill>
                <a:latin typeface="Arial"/>
                <a:ea typeface="Arial"/>
                <a:cs typeface="Arial"/>
              </a:defRPr>
            </a:lvl2pPr>
            <a:lvl3pPr>
              <a:buNone/>
              <a:defRPr sz="1425" b="1">
                <a:solidFill>
                  <a:srgbClr val="7B502A"/>
                </a:solidFill>
                <a:latin typeface="Arial"/>
                <a:ea typeface="Arial"/>
                <a:cs typeface="Arial"/>
              </a:defRPr>
            </a:lvl3pPr>
            <a:lvl4pPr>
              <a:buNone/>
              <a:defRPr sz="1425" b="1">
                <a:solidFill>
                  <a:srgbClr val="7B502A"/>
                </a:solidFill>
                <a:latin typeface="Arial"/>
                <a:ea typeface="Arial"/>
                <a:cs typeface="Arial"/>
              </a:defRPr>
            </a:lvl4pPr>
            <a:lvl5pPr>
              <a:buNone/>
              <a:defRPr sz="1425" b="1">
                <a:solidFill>
                  <a:srgbClr val="7B502A"/>
                </a:solidFill>
                <a:latin typeface="Arial"/>
                <a:ea typeface="Arial"/>
                <a:cs typeface="Arial"/>
              </a:defRPr>
            </a:lvl5pPr>
            <a:lvl6pPr>
              <a:buNone/>
              <a:defRPr sz="1425" b="1">
                <a:solidFill>
                  <a:srgbClr val="7B502A"/>
                </a:solidFill>
                <a:latin typeface="Arial"/>
                <a:ea typeface="Arial"/>
                <a:cs typeface="Arial"/>
              </a:defRPr>
            </a:lvl6pPr>
            <a:lvl7pPr>
              <a:buNone/>
              <a:defRPr sz="1425" b="1">
                <a:solidFill>
                  <a:srgbClr val="7B502A"/>
                </a:solidFill>
                <a:latin typeface="Arial"/>
                <a:ea typeface="Arial"/>
                <a:cs typeface="Arial"/>
              </a:defRPr>
            </a:lvl7pPr>
            <a:lvl8pPr>
              <a:buNone/>
              <a:defRPr sz="1425" b="1">
                <a:solidFill>
                  <a:srgbClr val="7B502A"/>
                </a:solidFill>
                <a:latin typeface="Arial"/>
                <a:ea typeface="Arial"/>
                <a:cs typeface="Arial"/>
              </a:defRPr>
            </a:lvl8pPr>
            <a:lvl9pPr>
              <a:buNone/>
              <a:defRPr sz="1425" b="1">
                <a:solidFill>
                  <a:srgbClr val="7B502A"/>
                </a:solidFill>
                <a:latin typeface="Arial"/>
                <a:ea typeface="Arial"/>
                <a:cs typeface="Arial"/>
              </a:defRPr>
            </a:lvl9pPr>
          </a:lstStyle>
          <a:p xmlns:a="http://schemas.openxmlformats.org/drawingml/2006/main">
            <a:pPr>
              <a:buNone/>
              <a:defRPr sz="1425" b="1">
                <a:solidFill>
                  <a:srgbClr val="7B502A"/>
                </a:solidFill>
                <a:latin typeface="Arial"/>
                <a:ea typeface="Arial"/>
                <a:cs typeface="Arial"/>
              </a:defRPr>
            </a:pPr>
            <a:r>
              <a:rPr sz="1425" b="1">
                <a:solidFill>
                  <a:srgbClr val="7B502A"/>
                </a:solidFill>
                <a:latin typeface="Arial"/>
                <a:ea typeface="Arial"/>
                <a:cs typeface="Arial"/>
              </a:rPr>
              <a:t>GRUP 2 / KATEGORİ VE TARİH</a:t>
            </a:r>
          </a:p>
        </p:txBody>
      </p:sp>
      <p:sp>
        <p:nvSpPr>
          <p:cNvPr id="2" name="Öğrenilecekler ve kazanımlar">
            <a:extLst xmlns:a="http://schemas.openxmlformats.org/drawingml/2006/main">
              <a:ext uri="{FF2B5EF4-FFF2-40B4-BE49-F238E27FC236}">
                <a16:creationId xmlns:a16="http://schemas.microsoft.com/office/drawing/2014/main" id="{A9CE4C05-74DB-4023-AEF6-E8A7979E750E}"/>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Öğrenilecekler ve kazanımlar</a:t>
            </a:r>
          </a:p>
        </p:txBody>
      </p:sp>
      <p:sp>
        <p:nvSpPr>
          <p:cNvPr id="3" name="09">
            <a:extLst xmlns:a="http://schemas.openxmlformats.org/drawingml/2006/main">
              <a:ext uri="{FF2B5EF4-FFF2-40B4-BE49-F238E27FC236}">
                <a16:creationId xmlns:a16="http://schemas.microsoft.com/office/drawing/2014/main" id="{43393A07-9909-4D64-8B0B-DE176A5EA2AD}"/>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13</a:t>
            </a:r>
          </a:p>
        </p:txBody>
      </p:sp>
      <p:sp>
        <p:nvSpPr>
          <p:cNvPr id="4" name="Öğrenilecek konular">
            <a:extLst xmlns:a="http://schemas.openxmlformats.org/drawingml/2006/main">
              <a:ext uri="{FF2B5EF4-FFF2-40B4-BE49-F238E27FC236}">
                <a16:creationId xmlns:a16="http://schemas.microsoft.com/office/drawing/2014/main" id="{BAA2095D-B258-449F-A5D6-6F7219ABA8B8}"/>
              </a:ext>
            </a:extLst>
          </p:cNvPr>
          <p:cNvSpPr>
            <a:spLocks xmlns:a="http://schemas.openxmlformats.org/drawingml/2006/main" noGrp="1"/>
          </p:cNvSpPr>
          <p:nvPr/>
        </p:nvSpPr>
        <p:spPr>
          <a:xfrm xmlns:a="http://schemas.openxmlformats.org/drawingml/2006/main">
            <a:off x="609600" y="179070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7B502A"/>
                </a:solidFill>
                <a:latin typeface="Arial"/>
                <a:ea typeface="Arial"/>
                <a:cs typeface="Arial"/>
              </a:defRPr>
            </a:defPPr>
            <a:lvl1pPr>
              <a:buNone/>
              <a:defRPr sz="2250" b="1">
                <a:solidFill>
                  <a:srgbClr val="7B502A"/>
                </a:solidFill>
                <a:latin typeface="Arial"/>
                <a:ea typeface="Arial"/>
                <a:cs typeface="Arial"/>
              </a:defRPr>
            </a:lvl1pPr>
            <a:lvl2pPr>
              <a:buNone/>
              <a:defRPr sz="2250" b="1">
                <a:solidFill>
                  <a:srgbClr val="7B502A"/>
                </a:solidFill>
                <a:latin typeface="Arial"/>
                <a:ea typeface="Arial"/>
                <a:cs typeface="Arial"/>
              </a:defRPr>
            </a:lvl2pPr>
            <a:lvl3pPr>
              <a:buNone/>
              <a:defRPr sz="2250" b="1">
                <a:solidFill>
                  <a:srgbClr val="7B502A"/>
                </a:solidFill>
                <a:latin typeface="Arial"/>
                <a:ea typeface="Arial"/>
                <a:cs typeface="Arial"/>
              </a:defRPr>
            </a:lvl3pPr>
            <a:lvl4pPr>
              <a:buNone/>
              <a:defRPr sz="2250" b="1">
                <a:solidFill>
                  <a:srgbClr val="7B502A"/>
                </a:solidFill>
                <a:latin typeface="Arial"/>
                <a:ea typeface="Arial"/>
                <a:cs typeface="Arial"/>
              </a:defRPr>
            </a:lvl4pPr>
            <a:lvl5pPr>
              <a:buNone/>
              <a:defRPr sz="2250" b="1">
                <a:solidFill>
                  <a:srgbClr val="7B502A"/>
                </a:solidFill>
                <a:latin typeface="Arial"/>
                <a:ea typeface="Arial"/>
                <a:cs typeface="Arial"/>
              </a:defRPr>
            </a:lvl5pPr>
            <a:lvl6pPr>
              <a:buNone/>
              <a:defRPr sz="2250" b="1">
                <a:solidFill>
                  <a:srgbClr val="7B502A"/>
                </a:solidFill>
                <a:latin typeface="Arial"/>
                <a:ea typeface="Arial"/>
                <a:cs typeface="Arial"/>
              </a:defRPr>
            </a:lvl6pPr>
            <a:lvl7pPr>
              <a:buNone/>
              <a:defRPr sz="2250" b="1">
                <a:solidFill>
                  <a:srgbClr val="7B502A"/>
                </a:solidFill>
                <a:latin typeface="Arial"/>
                <a:ea typeface="Arial"/>
                <a:cs typeface="Arial"/>
              </a:defRPr>
            </a:lvl7pPr>
            <a:lvl8pPr>
              <a:buNone/>
              <a:defRPr sz="2250" b="1">
                <a:solidFill>
                  <a:srgbClr val="7B502A"/>
                </a:solidFill>
                <a:latin typeface="Arial"/>
                <a:ea typeface="Arial"/>
                <a:cs typeface="Arial"/>
              </a:defRPr>
            </a:lvl8pPr>
            <a:lvl9pPr>
              <a:buNone/>
              <a:defRPr sz="2250" b="1">
                <a:solidFill>
                  <a:srgbClr val="7B502A"/>
                </a:solidFill>
                <a:latin typeface="Arial"/>
                <a:ea typeface="Arial"/>
                <a:cs typeface="Arial"/>
              </a:defRPr>
            </a:lvl9pPr>
          </a:lstStyle>
          <a:p xmlns:a="http://schemas.openxmlformats.org/drawingml/2006/main">
            <a:pPr>
              <a:buNone/>
              <a:defRPr sz="2250" b="1">
                <a:solidFill>
                  <a:srgbClr val="7B502A"/>
                </a:solidFill>
                <a:latin typeface="Arial"/>
                <a:ea typeface="Arial"/>
                <a:cs typeface="Arial"/>
              </a:defRPr>
            </a:pPr>
            <a:r>
              <a:rPr sz="2250" b="1">
                <a:solidFill>
                  <a:srgbClr val="7B502A"/>
                </a:solidFill>
                <a:latin typeface="Arial"/>
                <a:ea typeface="Arial"/>
                <a:cs typeface="Arial"/>
              </a:rPr>
              <a:t>Öğrenilecek konular</a:t>
            </a:r>
          </a:p>
        </p:txBody>
      </p:sp>
      <p:sp>
        <p:nvSpPr>
          <p:cNvPr id="5" name="Ölçülebilir kazanımlar">
            <a:extLst xmlns:a="http://schemas.openxmlformats.org/drawingml/2006/main">
              <a:ext uri="{FF2B5EF4-FFF2-40B4-BE49-F238E27FC236}">
                <a16:creationId xmlns:a16="http://schemas.microsoft.com/office/drawing/2014/main" id="{F7C81156-2649-48B7-83EA-BE876645AB36}"/>
              </a:ext>
            </a:extLst>
          </p:cNvPr>
          <p:cNvSpPr>
            <a:spLocks xmlns:a="http://schemas.openxmlformats.org/drawingml/2006/main" noGrp="1"/>
          </p:cNvSpPr>
          <p:nvPr/>
        </p:nvSpPr>
        <p:spPr>
          <a:xfrm xmlns:a="http://schemas.openxmlformats.org/drawingml/2006/main">
            <a:off x="6448425" y="179070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7B502A"/>
                </a:solidFill>
                <a:latin typeface="Arial"/>
                <a:ea typeface="Arial"/>
                <a:cs typeface="Arial"/>
              </a:defRPr>
            </a:defPPr>
            <a:lvl1pPr>
              <a:buNone/>
              <a:defRPr sz="2250" b="1">
                <a:solidFill>
                  <a:srgbClr val="7B502A"/>
                </a:solidFill>
                <a:latin typeface="Arial"/>
                <a:ea typeface="Arial"/>
                <a:cs typeface="Arial"/>
              </a:defRPr>
            </a:lvl1pPr>
            <a:lvl2pPr>
              <a:buNone/>
              <a:defRPr sz="2250" b="1">
                <a:solidFill>
                  <a:srgbClr val="7B502A"/>
                </a:solidFill>
                <a:latin typeface="Arial"/>
                <a:ea typeface="Arial"/>
                <a:cs typeface="Arial"/>
              </a:defRPr>
            </a:lvl2pPr>
            <a:lvl3pPr>
              <a:buNone/>
              <a:defRPr sz="2250" b="1">
                <a:solidFill>
                  <a:srgbClr val="7B502A"/>
                </a:solidFill>
                <a:latin typeface="Arial"/>
                <a:ea typeface="Arial"/>
                <a:cs typeface="Arial"/>
              </a:defRPr>
            </a:lvl3pPr>
            <a:lvl4pPr>
              <a:buNone/>
              <a:defRPr sz="2250" b="1">
                <a:solidFill>
                  <a:srgbClr val="7B502A"/>
                </a:solidFill>
                <a:latin typeface="Arial"/>
                <a:ea typeface="Arial"/>
                <a:cs typeface="Arial"/>
              </a:defRPr>
            </a:lvl4pPr>
            <a:lvl5pPr>
              <a:buNone/>
              <a:defRPr sz="2250" b="1">
                <a:solidFill>
                  <a:srgbClr val="7B502A"/>
                </a:solidFill>
                <a:latin typeface="Arial"/>
                <a:ea typeface="Arial"/>
                <a:cs typeface="Arial"/>
              </a:defRPr>
            </a:lvl5pPr>
            <a:lvl6pPr>
              <a:buNone/>
              <a:defRPr sz="2250" b="1">
                <a:solidFill>
                  <a:srgbClr val="7B502A"/>
                </a:solidFill>
                <a:latin typeface="Arial"/>
                <a:ea typeface="Arial"/>
                <a:cs typeface="Arial"/>
              </a:defRPr>
            </a:lvl6pPr>
            <a:lvl7pPr>
              <a:buNone/>
              <a:defRPr sz="2250" b="1">
                <a:solidFill>
                  <a:srgbClr val="7B502A"/>
                </a:solidFill>
                <a:latin typeface="Arial"/>
                <a:ea typeface="Arial"/>
                <a:cs typeface="Arial"/>
              </a:defRPr>
            </a:lvl7pPr>
            <a:lvl8pPr>
              <a:buNone/>
              <a:defRPr sz="2250" b="1">
                <a:solidFill>
                  <a:srgbClr val="7B502A"/>
                </a:solidFill>
                <a:latin typeface="Arial"/>
                <a:ea typeface="Arial"/>
                <a:cs typeface="Arial"/>
              </a:defRPr>
            </a:lvl8pPr>
            <a:lvl9pPr>
              <a:buNone/>
              <a:defRPr sz="2250" b="1">
                <a:solidFill>
                  <a:srgbClr val="7B502A"/>
                </a:solidFill>
                <a:latin typeface="Arial"/>
                <a:ea typeface="Arial"/>
                <a:cs typeface="Arial"/>
              </a:defRPr>
            </a:lvl9pPr>
          </a:lstStyle>
          <a:p xmlns:a="http://schemas.openxmlformats.org/drawingml/2006/main">
            <a:pPr>
              <a:buNone/>
              <a:defRPr sz="2250" b="1">
                <a:solidFill>
                  <a:srgbClr val="7B502A"/>
                </a:solidFill>
                <a:latin typeface="Arial"/>
                <a:ea typeface="Arial"/>
                <a:cs typeface="Arial"/>
              </a:defRPr>
            </a:pPr>
            <a:r>
              <a:rPr sz="2250" b="1">
                <a:solidFill>
                  <a:srgbClr val="7B502A"/>
                </a:solidFill>
                <a:latin typeface="Arial"/>
                <a:ea typeface="Arial"/>
                <a:cs typeface="Arial"/>
              </a:rPr>
              <a:t>Ölçülebilir kazanımlar</a:t>
            </a:r>
          </a:p>
        </p:txBody>
      </p:sp>
      <p:sp>
        <p:nvSpPr>
          <p:cNvPr id="6" name="Spinner seçimi ve varsayılan değer">
            <a:extLst xmlns:a="http://schemas.openxmlformats.org/drawingml/2006/main">
              <a:ext uri="{FF2B5EF4-FFF2-40B4-BE49-F238E27FC236}">
                <a16:creationId xmlns:a16="http://schemas.microsoft.com/office/drawing/2014/main" id="{11568CB6-9067-40C4-9776-27DEDF2C7666}"/>
              </a:ext>
            </a:extLst>
          </p:cNvPr>
          <p:cNvSpPr>
            <a:spLocks xmlns:a="http://schemas.openxmlformats.org/drawingml/2006/main" noGrp="1"/>
          </p:cNvSpPr>
          <p:nvPr/>
        </p:nvSpPr>
        <p:spPr>
          <a:xfrm xmlns:a="http://schemas.openxmlformats.org/drawingml/2006/main">
            <a:off x="609600" y="249555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Spinner seçimi ve varsayılan değer</a:t>
            </a:r>
          </a:p>
        </p:txBody>
      </p:sp>
      <p:sp>
        <p:nvSpPr>
          <p:cNvPr id="7" name="Zaman damgası ile ekranda gösterilen tar">
            <a:extLst xmlns:a="http://schemas.openxmlformats.org/drawingml/2006/main">
              <a:ext uri="{FF2B5EF4-FFF2-40B4-BE49-F238E27FC236}">
                <a16:creationId xmlns:a16="http://schemas.microsoft.com/office/drawing/2014/main" id="{19D8A190-99EE-4BF0-9458-B70D06CEC970}"/>
              </a:ext>
            </a:extLst>
          </p:cNvPr>
          <p:cNvSpPr>
            <a:spLocks xmlns:a="http://schemas.openxmlformats.org/drawingml/2006/main" noGrp="1"/>
          </p:cNvSpPr>
          <p:nvPr/>
        </p:nvSpPr>
        <p:spPr>
          <a:xfrm xmlns:a="http://schemas.openxmlformats.org/drawingml/2006/main">
            <a:off x="609600" y="3590925"/>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Zaman damgası ile ekranda gösterilen tarih farkı</a:t>
            </a:r>
          </a:p>
        </p:txBody>
      </p:sp>
      <p:sp>
        <p:nvSpPr>
          <p:cNvPr id="8" name="Alanları koruyarak copy ile güncelleme">
            <a:extLst xmlns:a="http://schemas.openxmlformats.org/drawingml/2006/main">
              <a:ext uri="{FF2B5EF4-FFF2-40B4-BE49-F238E27FC236}">
                <a16:creationId xmlns:a16="http://schemas.microsoft.com/office/drawing/2014/main" id="{10EEB797-07FB-4CBC-8200-F81318BD1EC4}"/>
              </a:ext>
            </a:extLst>
          </p:cNvPr>
          <p:cNvSpPr>
            <a:spLocks xmlns:a="http://schemas.openxmlformats.org/drawingml/2006/main" noGrp="1"/>
          </p:cNvSpPr>
          <p:nvPr/>
        </p:nvSpPr>
        <p:spPr>
          <a:xfrm xmlns:a="http://schemas.openxmlformats.org/drawingml/2006/main">
            <a:off x="609600" y="468630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Alanları koruyarak copy ile güncelleme</a:t>
            </a:r>
          </a:p>
        </p:txBody>
      </p:sp>
      <p:sp>
        <p:nvSpPr>
          <p:cNvPr id="9" name="Öğrenci seçilen kategoriyi not verisine ">
            <a:extLst xmlns:a="http://schemas.openxmlformats.org/drawingml/2006/main">
              <a:ext uri="{FF2B5EF4-FFF2-40B4-BE49-F238E27FC236}">
                <a16:creationId xmlns:a16="http://schemas.microsoft.com/office/drawing/2014/main" id="{4D2D1139-3C52-4A7B-B78E-36DA2FD2317D}"/>
              </a:ext>
            </a:extLst>
          </p:cNvPr>
          <p:cNvSpPr>
            <a:spLocks xmlns:a="http://schemas.openxmlformats.org/drawingml/2006/main" noGrp="1"/>
          </p:cNvSpPr>
          <p:nvPr/>
        </p:nvSpPr>
        <p:spPr>
          <a:xfrm xmlns:a="http://schemas.openxmlformats.org/drawingml/2006/main">
            <a:off x="6448425" y="249555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Öğrenci seçilen kategoriyi not verisine aktarır.</a:t>
            </a:r>
          </a:p>
        </p:txBody>
      </p:sp>
      <p:sp>
        <p:nvSpPr>
          <p:cNvPr id="10" name="Öğrenci oluşturulma tarihini düzenlemede">
            <a:extLst xmlns:a="http://schemas.openxmlformats.org/drawingml/2006/main">
              <a:ext uri="{FF2B5EF4-FFF2-40B4-BE49-F238E27FC236}">
                <a16:creationId xmlns:a16="http://schemas.microsoft.com/office/drawing/2014/main" id="{3BF4C10B-C77E-4096-A9A6-916DA5C95E16}"/>
              </a:ext>
            </a:extLst>
          </p:cNvPr>
          <p:cNvSpPr>
            <a:spLocks xmlns:a="http://schemas.openxmlformats.org/drawingml/2006/main" noGrp="1"/>
          </p:cNvSpPr>
          <p:nvPr/>
        </p:nvSpPr>
        <p:spPr>
          <a:xfrm xmlns:a="http://schemas.openxmlformats.org/drawingml/2006/main">
            <a:off x="6448425" y="3590925"/>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Öğrenci oluşturulma tarihini düzenlemede korur.</a:t>
            </a:r>
          </a:p>
        </p:txBody>
      </p:sp>
      <p:sp>
        <p:nvSpPr>
          <p:cNvPr id="11" name="Öğrenci zaman bilgisini kullanıcıya okun">
            <a:extLst xmlns:a="http://schemas.openxmlformats.org/drawingml/2006/main">
              <a:ext uri="{FF2B5EF4-FFF2-40B4-BE49-F238E27FC236}">
                <a16:creationId xmlns:a16="http://schemas.microsoft.com/office/drawing/2014/main" id="{F0F99987-AA83-435D-9C36-93E1CA919CE0}"/>
              </a:ext>
            </a:extLst>
          </p:cNvPr>
          <p:cNvSpPr>
            <a:spLocks xmlns:a="http://schemas.openxmlformats.org/drawingml/2006/main" noGrp="1"/>
          </p:cNvSpPr>
          <p:nvPr/>
        </p:nvSpPr>
        <p:spPr>
          <a:xfrm xmlns:a="http://schemas.openxmlformats.org/drawingml/2006/main">
            <a:off x="6448425" y="468630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Öğrenci zaman bilgisini kullanıcıya okunur biçimde sunar.</a:t>
            </a:r>
          </a:p>
        </p:txBody>
      </p:sp>
    </p:spTree>
    <p:extLst>
      <p:ext uri="{BB962C8B-B14F-4D97-AF65-F5344CB8AC3E}">
        <p14:creationId xmlns:p14="http://schemas.microsoft.com/office/powerpoint/2010/main" val="2043880349"/>
      </p:ext>
    </p:extLst>
  </p:cSld>
</p:sld>
</file>

<file path=ppt/slides/slide1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GRUP 2 / KATEGORİ VE TARİH">
            <a:extLst xmlns:a="http://schemas.openxmlformats.org/drawingml/2006/main">
              <a:ext uri="{FF2B5EF4-FFF2-40B4-BE49-F238E27FC236}">
                <a16:creationId xmlns:a16="http://schemas.microsoft.com/office/drawing/2014/main" id="{FDBDA028-1075-46C0-BA8B-ABBFE746A079}"/>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7B502A"/>
                </a:solidFill>
                <a:latin typeface="Arial"/>
                <a:ea typeface="Arial"/>
                <a:cs typeface="Arial"/>
              </a:defRPr>
            </a:defPPr>
            <a:lvl1pPr>
              <a:buNone/>
              <a:defRPr sz="1425" b="1">
                <a:solidFill>
                  <a:srgbClr val="7B502A"/>
                </a:solidFill>
                <a:latin typeface="Arial"/>
                <a:ea typeface="Arial"/>
                <a:cs typeface="Arial"/>
              </a:defRPr>
            </a:lvl1pPr>
            <a:lvl2pPr>
              <a:buNone/>
              <a:defRPr sz="1425" b="1">
                <a:solidFill>
                  <a:srgbClr val="7B502A"/>
                </a:solidFill>
                <a:latin typeface="Arial"/>
                <a:ea typeface="Arial"/>
                <a:cs typeface="Arial"/>
              </a:defRPr>
            </a:lvl2pPr>
            <a:lvl3pPr>
              <a:buNone/>
              <a:defRPr sz="1425" b="1">
                <a:solidFill>
                  <a:srgbClr val="7B502A"/>
                </a:solidFill>
                <a:latin typeface="Arial"/>
                <a:ea typeface="Arial"/>
                <a:cs typeface="Arial"/>
              </a:defRPr>
            </a:lvl3pPr>
            <a:lvl4pPr>
              <a:buNone/>
              <a:defRPr sz="1425" b="1">
                <a:solidFill>
                  <a:srgbClr val="7B502A"/>
                </a:solidFill>
                <a:latin typeface="Arial"/>
                <a:ea typeface="Arial"/>
                <a:cs typeface="Arial"/>
              </a:defRPr>
            </a:lvl4pPr>
            <a:lvl5pPr>
              <a:buNone/>
              <a:defRPr sz="1425" b="1">
                <a:solidFill>
                  <a:srgbClr val="7B502A"/>
                </a:solidFill>
                <a:latin typeface="Arial"/>
                <a:ea typeface="Arial"/>
                <a:cs typeface="Arial"/>
              </a:defRPr>
            </a:lvl5pPr>
            <a:lvl6pPr>
              <a:buNone/>
              <a:defRPr sz="1425" b="1">
                <a:solidFill>
                  <a:srgbClr val="7B502A"/>
                </a:solidFill>
                <a:latin typeface="Arial"/>
                <a:ea typeface="Arial"/>
                <a:cs typeface="Arial"/>
              </a:defRPr>
            </a:lvl6pPr>
            <a:lvl7pPr>
              <a:buNone/>
              <a:defRPr sz="1425" b="1">
                <a:solidFill>
                  <a:srgbClr val="7B502A"/>
                </a:solidFill>
                <a:latin typeface="Arial"/>
                <a:ea typeface="Arial"/>
                <a:cs typeface="Arial"/>
              </a:defRPr>
            </a:lvl7pPr>
            <a:lvl8pPr>
              <a:buNone/>
              <a:defRPr sz="1425" b="1">
                <a:solidFill>
                  <a:srgbClr val="7B502A"/>
                </a:solidFill>
                <a:latin typeface="Arial"/>
                <a:ea typeface="Arial"/>
                <a:cs typeface="Arial"/>
              </a:defRPr>
            </a:lvl8pPr>
            <a:lvl9pPr>
              <a:buNone/>
              <a:defRPr sz="1425" b="1">
                <a:solidFill>
                  <a:srgbClr val="7B502A"/>
                </a:solidFill>
                <a:latin typeface="Arial"/>
                <a:ea typeface="Arial"/>
                <a:cs typeface="Arial"/>
              </a:defRPr>
            </a:lvl9pPr>
          </a:lstStyle>
          <a:p xmlns:a="http://schemas.openxmlformats.org/drawingml/2006/main">
            <a:pPr>
              <a:buNone/>
              <a:defRPr sz="1425" b="1">
                <a:solidFill>
                  <a:srgbClr val="7B502A"/>
                </a:solidFill>
                <a:latin typeface="Arial"/>
                <a:ea typeface="Arial"/>
                <a:cs typeface="Arial"/>
              </a:defRPr>
            </a:pPr>
            <a:r>
              <a:rPr sz="1425" b="1">
                <a:solidFill>
                  <a:srgbClr val="7B502A"/>
                </a:solidFill>
                <a:latin typeface="Arial"/>
                <a:ea typeface="Arial"/>
                <a:cs typeface="Arial"/>
              </a:rPr>
              <a:t>GRUP 2 / KATEGORİ VE TARİH</a:t>
            </a:r>
          </a:p>
        </p:txBody>
      </p:sp>
      <p:sp>
        <p:nvSpPr>
          <p:cNvPr id="2" name="Kabul kontrolleri ve sunum">
            <a:extLst xmlns:a="http://schemas.openxmlformats.org/drawingml/2006/main">
              <a:ext uri="{FF2B5EF4-FFF2-40B4-BE49-F238E27FC236}">
                <a16:creationId xmlns:a16="http://schemas.microsoft.com/office/drawing/2014/main" id="{D9F8F34B-5588-4861-9382-35E6387D9AA7}"/>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Kabul kontrolleri ve sunum</a:t>
            </a:r>
          </a:p>
        </p:txBody>
      </p:sp>
      <p:sp>
        <p:nvSpPr>
          <p:cNvPr id="3" name="10">
            <a:extLst xmlns:a="http://schemas.openxmlformats.org/drawingml/2006/main">
              <a:ext uri="{FF2B5EF4-FFF2-40B4-BE49-F238E27FC236}">
                <a16:creationId xmlns:a16="http://schemas.microsoft.com/office/drawing/2014/main" id="{D0BC5F76-1E5F-4716-869E-F7193C3A7F44}"/>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14</a:t>
            </a:r>
          </a:p>
        </p:txBody>
      </p:sp>
      <p:sp>
        <p:nvSpPr>
          <p:cNvPr id="4" name="1.  Seçim yapılmazsa kategori Genel olur">
            <a:extLst xmlns:a="http://schemas.openxmlformats.org/drawingml/2006/main">
              <a:ext uri="{FF2B5EF4-FFF2-40B4-BE49-F238E27FC236}">
                <a16:creationId xmlns:a16="http://schemas.microsoft.com/office/drawing/2014/main" id="{E1252C98-99B9-4757-A237-304A0EB4C82F}"/>
              </a:ext>
            </a:extLst>
          </p:cNvPr>
          <p:cNvSpPr>
            <a:spLocks xmlns:a="http://schemas.openxmlformats.org/drawingml/2006/main" noGrp="1"/>
          </p:cNvSpPr>
          <p:nvPr/>
        </p:nvSpPr>
        <p:spPr>
          <a:xfrm xmlns:a="http://schemas.openxmlformats.org/drawingml/2006/main">
            <a:off x="609600" y="185737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1.  Seçim yapılmazsa kategori Genel olur.</a:t>
            </a:r>
          </a:p>
        </p:txBody>
      </p:sp>
      <p:sp>
        <p:nvSpPr>
          <p:cNvPr id="5" name="2.  Metni değiştirince oluşturulma zaman">
            <a:extLst xmlns:a="http://schemas.openxmlformats.org/drawingml/2006/main">
              <a:ext uri="{FF2B5EF4-FFF2-40B4-BE49-F238E27FC236}">
                <a16:creationId xmlns:a16="http://schemas.microsoft.com/office/drawing/2014/main" id="{BAA8A97D-EC49-41ED-8178-C5D9ADFFCF03}"/>
              </a:ext>
            </a:extLst>
          </p:cNvPr>
          <p:cNvSpPr>
            <a:spLocks xmlns:a="http://schemas.openxmlformats.org/drawingml/2006/main" noGrp="1"/>
          </p:cNvSpPr>
          <p:nvPr/>
        </p:nvSpPr>
        <p:spPr>
          <a:xfrm xmlns:a="http://schemas.openxmlformats.org/drawingml/2006/main">
            <a:off x="609600" y="284797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2.  Metni değiştirince oluşturulma zamanı aynı kalır.</a:t>
            </a:r>
          </a:p>
        </p:txBody>
      </p:sp>
      <p:sp>
        <p:nvSpPr>
          <p:cNvPr id="6" name="3.  Düzenlenme zamanı güncellenir. Başka">
            <a:extLst xmlns:a="http://schemas.openxmlformats.org/drawingml/2006/main">
              <a:ext uri="{FF2B5EF4-FFF2-40B4-BE49-F238E27FC236}">
                <a16:creationId xmlns:a16="http://schemas.microsoft.com/office/drawing/2014/main" id="{C7C832E6-2730-41E3-AB52-28B67E05262E}"/>
              </a:ext>
            </a:extLst>
          </p:cNvPr>
          <p:cNvSpPr>
            <a:spLocks xmlns:a="http://schemas.openxmlformats.org/drawingml/2006/main" noGrp="1"/>
          </p:cNvSpPr>
          <p:nvPr/>
        </p:nvSpPr>
        <p:spPr>
          <a:xfrm xmlns:a="http://schemas.openxmlformats.org/drawingml/2006/main">
            <a:off x="609600" y="383857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3.  Düzenlenme zamanı güncellenir. Başka notların bilgileri değişmez.</a:t>
            </a:r>
          </a:p>
        </p:txBody>
      </p:sp>
      <p:sp>
        <p:nvSpPr>
          <p:cNvPr id="7" name="Sınıf demosu">
            <a:extLst xmlns:a="http://schemas.openxmlformats.org/drawingml/2006/main">
              <a:ext uri="{FF2B5EF4-FFF2-40B4-BE49-F238E27FC236}">
                <a16:creationId xmlns:a16="http://schemas.microsoft.com/office/drawing/2014/main" id="{D2F2578A-4581-4777-B004-9310150162E7}"/>
              </a:ext>
            </a:extLst>
          </p:cNvPr>
          <p:cNvSpPr>
            <a:spLocks xmlns:a="http://schemas.openxmlformats.org/drawingml/2006/main" noGrp="1"/>
          </p:cNvSpPr>
          <p:nvPr/>
        </p:nvSpPr>
        <p:spPr>
          <a:xfrm xmlns:a="http://schemas.openxmlformats.org/drawingml/2006/main">
            <a:off x="609600" y="51149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7B502A"/>
                </a:solidFill>
                <a:latin typeface="Arial"/>
                <a:ea typeface="Arial"/>
                <a:cs typeface="Arial"/>
              </a:defRPr>
            </a:defPPr>
            <a:lvl1pPr>
              <a:buNone/>
              <a:defRPr sz="1875" b="1">
                <a:solidFill>
                  <a:srgbClr val="7B502A"/>
                </a:solidFill>
                <a:latin typeface="Arial"/>
                <a:ea typeface="Arial"/>
                <a:cs typeface="Arial"/>
              </a:defRPr>
            </a:lvl1pPr>
            <a:lvl2pPr>
              <a:buNone/>
              <a:defRPr sz="1875" b="1">
                <a:solidFill>
                  <a:srgbClr val="7B502A"/>
                </a:solidFill>
                <a:latin typeface="Arial"/>
                <a:ea typeface="Arial"/>
                <a:cs typeface="Arial"/>
              </a:defRPr>
            </a:lvl2pPr>
            <a:lvl3pPr>
              <a:buNone/>
              <a:defRPr sz="1875" b="1">
                <a:solidFill>
                  <a:srgbClr val="7B502A"/>
                </a:solidFill>
                <a:latin typeface="Arial"/>
                <a:ea typeface="Arial"/>
                <a:cs typeface="Arial"/>
              </a:defRPr>
            </a:lvl3pPr>
            <a:lvl4pPr>
              <a:buNone/>
              <a:defRPr sz="1875" b="1">
                <a:solidFill>
                  <a:srgbClr val="7B502A"/>
                </a:solidFill>
                <a:latin typeface="Arial"/>
                <a:ea typeface="Arial"/>
                <a:cs typeface="Arial"/>
              </a:defRPr>
            </a:lvl4pPr>
            <a:lvl5pPr>
              <a:buNone/>
              <a:defRPr sz="1875" b="1">
                <a:solidFill>
                  <a:srgbClr val="7B502A"/>
                </a:solidFill>
                <a:latin typeface="Arial"/>
                <a:ea typeface="Arial"/>
                <a:cs typeface="Arial"/>
              </a:defRPr>
            </a:lvl5pPr>
            <a:lvl6pPr>
              <a:buNone/>
              <a:defRPr sz="1875" b="1">
                <a:solidFill>
                  <a:srgbClr val="7B502A"/>
                </a:solidFill>
                <a:latin typeface="Arial"/>
                <a:ea typeface="Arial"/>
                <a:cs typeface="Arial"/>
              </a:defRPr>
            </a:lvl6pPr>
            <a:lvl7pPr>
              <a:buNone/>
              <a:defRPr sz="1875" b="1">
                <a:solidFill>
                  <a:srgbClr val="7B502A"/>
                </a:solidFill>
                <a:latin typeface="Arial"/>
                <a:ea typeface="Arial"/>
                <a:cs typeface="Arial"/>
              </a:defRPr>
            </a:lvl7pPr>
            <a:lvl8pPr>
              <a:buNone/>
              <a:defRPr sz="1875" b="1">
                <a:solidFill>
                  <a:srgbClr val="7B502A"/>
                </a:solidFill>
                <a:latin typeface="Arial"/>
                <a:ea typeface="Arial"/>
                <a:cs typeface="Arial"/>
              </a:defRPr>
            </a:lvl8pPr>
            <a:lvl9pPr>
              <a:buNone/>
              <a:defRPr sz="1875" b="1">
                <a:solidFill>
                  <a:srgbClr val="7B502A"/>
                </a:solidFill>
                <a:latin typeface="Arial"/>
                <a:ea typeface="Arial"/>
                <a:cs typeface="Arial"/>
              </a:defRPr>
            </a:lvl9pPr>
          </a:lstStyle>
          <a:p xmlns:a="http://schemas.openxmlformats.org/drawingml/2006/main">
            <a:pPr>
              <a:buNone/>
              <a:defRPr sz="1875" b="1">
                <a:solidFill>
                  <a:srgbClr val="7B502A"/>
                </a:solidFill>
                <a:latin typeface="Arial"/>
                <a:ea typeface="Arial"/>
                <a:cs typeface="Arial"/>
              </a:defRPr>
            </a:pPr>
            <a:r>
              <a:rPr sz="1875" b="1">
                <a:solidFill>
                  <a:srgbClr val="7B502A"/>
                </a:solidFill>
                <a:latin typeface="Arial"/>
                <a:ea typeface="Arial"/>
                <a:cs typeface="Arial"/>
              </a:rPr>
              <a:t>Sınıf demosu</a:t>
            </a:r>
          </a:p>
        </p:txBody>
      </p:sp>
      <p:sp>
        <p:nvSpPr>
          <p:cNvPr id="8" name="Bir not oluşturun, daha sonra düzenleyin">
            <a:extLst xmlns:a="http://schemas.openxmlformats.org/drawingml/2006/main">
              <a:ext uri="{FF2B5EF4-FFF2-40B4-BE49-F238E27FC236}">
                <a16:creationId xmlns:a16="http://schemas.microsoft.com/office/drawing/2014/main" id="{139755C1-80CA-4CC5-8C5B-83512192DAFC}"/>
              </a:ext>
            </a:extLst>
          </p:cNvPr>
          <p:cNvSpPr>
            <a:spLocks xmlns:a="http://schemas.openxmlformats.org/drawingml/2006/main" noGrp="1"/>
          </p:cNvSpPr>
          <p:nvPr/>
        </p:nvSpPr>
        <p:spPr>
          <a:xfrm xmlns:a="http://schemas.openxmlformats.org/drawingml/2006/main">
            <a:off x="609600" y="55816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Bir not oluşturun, daha sonra düzenleyin ve iki tarihi karşılaştırın.</a:t>
            </a:r>
          </a:p>
        </p:txBody>
      </p:sp>
    </p:spTree>
    <p:extLst>
      <p:ext uri="{BB962C8B-B14F-4D97-AF65-F5344CB8AC3E}">
        <p14:creationId xmlns:p14="http://schemas.microsoft.com/office/powerpoint/2010/main" val="621072432"/>
      </p:ext>
    </p:extLst>
  </p:cSld>
</p:sld>
</file>

<file path=ppt/slides/slide1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GRUP 3 / KISA KAVRAM NOTLARI">
            <a:extLst xmlns:a="http://schemas.openxmlformats.org/drawingml/2006/main">
              <a:ext uri="{FF2B5EF4-FFF2-40B4-BE49-F238E27FC236}">
                <a16:creationId xmlns:a16="http://schemas.microsoft.com/office/drawing/2014/main" id="{B30B0AB4-2D40-4405-9CD7-6BDCEE038363}"/>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315CA6"/>
                </a:solidFill>
                <a:latin typeface="Arial"/>
                <a:ea typeface="Arial"/>
                <a:cs typeface="Arial"/>
              </a:defRPr>
            </a:defPPr>
            <a:lvl1pPr>
              <a:defRPr sz="1425" b="1">
                <a:solidFill>
                  <a:srgbClr val="315CA6"/>
                </a:solidFill>
                <a:latin typeface="Arial"/>
                <a:ea typeface="Arial"/>
                <a:cs typeface="Arial"/>
              </a:defRPr>
            </a:lvl1pPr>
            <a:lvl2pPr>
              <a:defRPr sz="1425" b="1">
                <a:solidFill>
                  <a:srgbClr val="315CA6"/>
                </a:solidFill>
                <a:latin typeface="Arial"/>
                <a:ea typeface="Arial"/>
                <a:cs typeface="Arial"/>
              </a:defRPr>
            </a:lvl2pPr>
            <a:lvl3pPr>
              <a:defRPr sz="1425" b="1">
                <a:solidFill>
                  <a:srgbClr val="315CA6"/>
                </a:solidFill>
                <a:latin typeface="Arial"/>
                <a:ea typeface="Arial"/>
                <a:cs typeface="Arial"/>
              </a:defRPr>
            </a:lvl3pPr>
            <a:lvl4pPr>
              <a:defRPr sz="1425" b="1">
                <a:solidFill>
                  <a:srgbClr val="315CA6"/>
                </a:solidFill>
                <a:latin typeface="Arial"/>
                <a:ea typeface="Arial"/>
                <a:cs typeface="Arial"/>
              </a:defRPr>
            </a:lvl4pPr>
            <a:lvl5pPr>
              <a:defRPr sz="1425" b="1">
                <a:solidFill>
                  <a:srgbClr val="315CA6"/>
                </a:solidFill>
                <a:latin typeface="Arial"/>
                <a:ea typeface="Arial"/>
                <a:cs typeface="Arial"/>
              </a:defRPr>
            </a:lvl5pPr>
            <a:lvl6pPr>
              <a:defRPr sz="1425" b="1">
                <a:solidFill>
                  <a:srgbClr val="315CA6"/>
                </a:solidFill>
                <a:latin typeface="Arial"/>
                <a:ea typeface="Arial"/>
                <a:cs typeface="Arial"/>
              </a:defRPr>
            </a:lvl6pPr>
            <a:lvl7pPr>
              <a:defRPr sz="1425" b="1">
                <a:solidFill>
                  <a:srgbClr val="315CA6"/>
                </a:solidFill>
                <a:latin typeface="Arial"/>
                <a:ea typeface="Arial"/>
                <a:cs typeface="Arial"/>
              </a:defRPr>
            </a:lvl7pPr>
            <a:lvl8pPr>
              <a:defRPr sz="1425" b="1">
                <a:solidFill>
                  <a:srgbClr val="315CA6"/>
                </a:solidFill>
                <a:latin typeface="Arial"/>
                <a:ea typeface="Arial"/>
                <a:cs typeface="Arial"/>
              </a:defRPr>
            </a:lvl8pPr>
            <a:lvl9pPr>
              <a:defRPr sz="1425" b="1">
                <a:solidFill>
                  <a:srgbClr val="315CA6"/>
                </a:solidFill>
                <a:latin typeface="Arial"/>
                <a:ea typeface="Arial"/>
                <a:cs typeface="Arial"/>
              </a:defRPr>
            </a:lvl9pPr>
          </a:lstStyle>
          <a:p xmlns:a="http://schemas.openxmlformats.org/drawingml/2006/main">
            <a:pPr>
              <a:defRPr sz="1425" b="1">
                <a:solidFill>
                  <a:srgbClr val="315CA6"/>
                </a:solidFill>
                <a:latin typeface="Arial"/>
                <a:ea typeface="Arial"/>
                <a:cs typeface="Arial"/>
              </a:defRPr>
            </a:pPr>
            <a:r>
              <a:rPr sz="1425" b="1">
                <a:solidFill>
                  <a:srgbClr val="315CA6"/>
                </a:solidFill>
                <a:latin typeface="Arial"/>
                <a:ea typeface="Arial"/>
                <a:cs typeface="Arial"/>
              </a:rPr>
              <a:t>GRUP 3 / KISA KAVRAM NOTLARI</a:t>
            </a:r>
          </a:p>
        </p:txBody>
      </p:sp>
      <p:sp>
        <p:nvSpPr>
          <p:cNvPr id="2" name="Activity ve veri aktarımı">
            <a:extLst xmlns:a="http://schemas.openxmlformats.org/drawingml/2006/main">
              <a:ext uri="{FF2B5EF4-FFF2-40B4-BE49-F238E27FC236}">
                <a16:creationId xmlns:a16="http://schemas.microsoft.com/office/drawing/2014/main" id="{998166B1-7F39-417F-954C-D5284922BAD4}"/>
              </a:ext>
            </a:extLst>
          </p:cNvPr>
          <p:cNvSpPr>
            <a:spLocks xmlns:a="http://schemas.openxmlformats.org/drawingml/2006/main" noGrp="1"/>
          </p:cNvSpPr>
          <p:nvPr/>
        </p:nvSpPr>
        <p:spPr>
          <a:xfrm xmlns:a="http://schemas.openxmlformats.org/drawingml/2006/main">
            <a:off x="609600" y="781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defRPr sz="3225" b="1">
                <a:solidFill>
                  <a:srgbClr val="143E37"/>
                </a:solidFill>
                <a:latin typeface="Arial"/>
                <a:ea typeface="Arial"/>
                <a:cs typeface="Arial"/>
              </a:defRPr>
            </a:lvl1pPr>
            <a:lvl2pPr>
              <a:defRPr sz="3225" b="1">
                <a:solidFill>
                  <a:srgbClr val="143E37"/>
                </a:solidFill>
                <a:latin typeface="Arial"/>
                <a:ea typeface="Arial"/>
                <a:cs typeface="Arial"/>
              </a:defRPr>
            </a:lvl2pPr>
            <a:lvl3pPr>
              <a:defRPr sz="3225" b="1">
                <a:solidFill>
                  <a:srgbClr val="143E37"/>
                </a:solidFill>
                <a:latin typeface="Arial"/>
                <a:ea typeface="Arial"/>
                <a:cs typeface="Arial"/>
              </a:defRPr>
            </a:lvl3pPr>
            <a:lvl4pPr>
              <a:defRPr sz="3225" b="1">
                <a:solidFill>
                  <a:srgbClr val="143E37"/>
                </a:solidFill>
                <a:latin typeface="Arial"/>
                <a:ea typeface="Arial"/>
                <a:cs typeface="Arial"/>
              </a:defRPr>
            </a:lvl4pPr>
            <a:lvl5pPr>
              <a:defRPr sz="3225" b="1">
                <a:solidFill>
                  <a:srgbClr val="143E37"/>
                </a:solidFill>
                <a:latin typeface="Arial"/>
                <a:ea typeface="Arial"/>
                <a:cs typeface="Arial"/>
              </a:defRPr>
            </a:lvl5pPr>
            <a:lvl6pPr>
              <a:defRPr sz="3225" b="1">
                <a:solidFill>
                  <a:srgbClr val="143E37"/>
                </a:solidFill>
                <a:latin typeface="Arial"/>
                <a:ea typeface="Arial"/>
                <a:cs typeface="Arial"/>
              </a:defRPr>
            </a:lvl6pPr>
            <a:lvl7pPr>
              <a:defRPr sz="3225" b="1">
                <a:solidFill>
                  <a:srgbClr val="143E37"/>
                </a:solidFill>
                <a:latin typeface="Arial"/>
                <a:ea typeface="Arial"/>
                <a:cs typeface="Arial"/>
              </a:defRPr>
            </a:lvl7pPr>
            <a:lvl8pPr>
              <a:defRPr sz="3225" b="1">
                <a:solidFill>
                  <a:srgbClr val="143E37"/>
                </a:solidFill>
                <a:latin typeface="Arial"/>
                <a:ea typeface="Arial"/>
                <a:cs typeface="Arial"/>
              </a:defRPr>
            </a:lvl8pPr>
            <a:lvl9pPr>
              <a:defRPr sz="3225" b="1">
                <a:solidFill>
                  <a:srgbClr val="143E37"/>
                </a:solidFill>
                <a:latin typeface="Arial"/>
                <a:ea typeface="Arial"/>
                <a:cs typeface="Arial"/>
              </a:defRPr>
            </a:lvl9pPr>
          </a:lstStyle>
          <a:p xmlns:a="http://schemas.openxmlformats.org/drawingml/2006/main">
            <a:pPr>
              <a:defRPr sz="3225" b="1">
                <a:solidFill>
                  <a:srgbClr val="143E37"/>
                </a:solidFill>
                <a:latin typeface="Arial"/>
                <a:ea typeface="Arial"/>
                <a:cs typeface="Arial"/>
              </a:defRPr>
            </a:pPr>
            <a:r>
              <a:rPr sz="3225" b="1">
                <a:solidFill>
                  <a:srgbClr val="143E37"/>
                </a:solidFill>
                <a:latin typeface="Arial"/>
                <a:ea typeface="Arial"/>
                <a:cs typeface="Arial"/>
              </a:rPr>
              <a:t>Activity ve veri aktarımı</a:t>
            </a:r>
          </a:p>
        </p:txBody>
      </p:sp>
      <p:sp>
        <p:nvSpPr>
          <p:cNvPr id="3" name="Activity">
            <a:extLst xmlns:a="http://schemas.openxmlformats.org/drawingml/2006/main">
              <a:ext uri="{FF2B5EF4-FFF2-40B4-BE49-F238E27FC236}">
                <a16:creationId xmlns:a16="http://schemas.microsoft.com/office/drawing/2014/main" id="{7EB54D78-D9FB-466E-ADD1-9BCEE626D5AC}"/>
              </a:ext>
            </a:extLst>
          </p:cNvPr>
          <p:cNvSpPr>
            <a:spLocks xmlns:a="http://schemas.openxmlformats.org/drawingml/2006/main" noGrp="1"/>
          </p:cNvSpPr>
          <p:nvPr/>
        </p:nvSpPr>
        <p:spPr>
          <a:xfrm xmlns:a="http://schemas.openxmlformats.org/drawingml/2006/main">
            <a:off x="609600" y="180022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315CA6"/>
                </a:solidFill>
                <a:latin typeface="Arial"/>
                <a:ea typeface="Arial"/>
                <a:cs typeface="Arial"/>
              </a:defRPr>
            </a:defPPr>
            <a:lvl1pPr>
              <a:defRPr sz="2175" b="1">
                <a:solidFill>
                  <a:srgbClr val="315CA6"/>
                </a:solidFill>
                <a:latin typeface="Arial"/>
                <a:ea typeface="Arial"/>
                <a:cs typeface="Arial"/>
              </a:defRPr>
            </a:lvl1pPr>
            <a:lvl2pPr>
              <a:defRPr sz="2175" b="1">
                <a:solidFill>
                  <a:srgbClr val="315CA6"/>
                </a:solidFill>
                <a:latin typeface="Arial"/>
                <a:ea typeface="Arial"/>
                <a:cs typeface="Arial"/>
              </a:defRPr>
            </a:lvl2pPr>
            <a:lvl3pPr>
              <a:defRPr sz="2175" b="1">
                <a:solidFill>
                  <a:srgbClr val="315CA6"/>
                </a:solidFill>
                <a:latin typeface="Arial"/>
                <a:ea typeface="Arial"/>
                <a:cs typeface="Arial"/>
              </a:defRPr>
            </a:lvl3pPr>
            <a:lvl4pPr>
              <a:defRPr sz="2175" b="1">
                <a:solidFill>
                  <a:srgbClr val="315CA6"/>
                </a:solidFill>
                <a:latin typeface="Arial"/>
                <a:ea typeface="Arial"/>
                <a:cs typeface="Arial"/>
              </a:defRPr>
            </a:lvl4pPr>
            <a:lvl5pPr>
              <a:defRPr sz="2175" b="1">
                <a:solidFill>
                  <a:srgbClr val="315CA6"/>
                </a:solidFill>
                <a:latin typeface="Arial"/>
                <a:ea typeface="Arial"/>
                <a:cs typeface="Arial"/>
              </a:defRPr>
            </a:lvl5pPr>
            <a:lvl6pPr>
              <a:defRPr sz="2175" b="1">
                <a:solidFill>
                  <a:srgbClr val="315CA6"/>
                </a:solidFill>
                <a:latin typeface="Arial"/>
                <a:ea typeface="Arial"/>
                <a:cs typeface="Arial"/>
              </a:defRPr>
            </a:lvl6pPr>
            <a:lvl7pPr>
              <a:defRPr sz="2175" b="1">
                <a:solidFill>
                  <a:srgbClr val="315CA6"/>
                </a:solidFill>
                <a:latin typeface="Arial"/>
                <a:ea typeface="Arial"/>
                <a:cs typeface="Arial"/>
              </a:defRPr>
            </a:lvl7pPr>
            <a:lvl8pPr>
              <a:defRPr sz="2175" b="1">
                <a:solidFill>
                  <a:srgbClr val="315CA6"/>
                </a:solidFill>
                <a:latin typeface="Arial"/>
                <a:ea typeface="Arial"/>
                <a:cs typeface="Arial"/>
              </a:defRPr>
            </a:lvl8pPr>
            <a:lvl9pPr>
              <a:defRPr sz="2175" b="1">
                <a:solidFill>
                  <a:srgbClr val="315CA6"/>
                </a:solidFill>
                <a:latin typeface="Arial"/>
                <a:ea typeface="Arial"/>
                <a:cs typeface="Arial"/>
              </a:defRPr>
            </a:lvl9pPr>
          </a:lstStyle>
          <a:p xmlns:a="http://schemas.openxmlformats.org/drawingml/2006/main">
            <a:pPr>
              <a:defRPr sz="2175" b="1">
                <a:solidFill>
                  <a:srgbClr val="315CA6"/>
                </a:solidFill>
                <a:latin typeface="Arial"/>
                <a:ea typeface="Arial"/>
                <a:cs typeface="Arial"/>
              </a:defRPr>
            </a:pPr>
            <a:r>
              <a:rPr sz="2175" b="1">
                <a:solidFill>
                  <a:srgbClr val="315CA6"/>
                </a:solidFill>
                <a:latin typeface="Arial"/>
                <a:ea typeface="Arial"/>
                <a:cs typeface="Arial"/>
              </a:rPr>
              <a:t>Activity</a:t>
            </a:r>
          </a:p>
        </p:txBody>
      </p:sp>
      <p:sp>
        <p:nvSpPr>
          <p:cNvPr id="4" name="Bir ekranı yöneten Android bileşenidir. Bu gö">
            <a:extLst xmlns:a="http://schemas.openxmlformats.org/drawingml/2006/main">
              <a:ext uri="{FF2B5EF4-FFF2-40B4-BE49-F238E27FC236}">
                <a16:creationId xmlns:a16="http://schemas.microsoft.com/office/drawing/2014/main" id="{A3FE78F3-7801-4D2B-8574-02C81F2E8CA6}"/>
              </a:ext>
            </a:extLst>
          </p:cNvPr>
          <p:cNvSpPr>
            <a:spLocks xmlns:a="http://schemas.openxmlformats.org/drawingml/2006/main" noGrp="1"/>
          </p:cNvSpPr>
          <p:nvPr/>
        </p:nvSpPr>
        <p:spPr>
          <a:xfrm xmlns:a="http://schemas.openxmlformats.org/drawingml/2006/main">
            <a:off x="609600" y="220980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defRPr sz="2100" b="0">
                <a:solidFill>
                  <a:srgbClr val="183C36"/>
                </a:solidFill>
                <a:latin typeface="Arial"/>
                <a:ea typeface="Arial"/>
                <a:cs typeface="Arial"/>
              </a:defRPr>
            </a:lvl1pPr>
            <a:lvl2pPr>
              <a:defRPr sz="2100" b="0">
                <a:solidFill>
                  <a:srgbClr val="183C36"/>
                </a:solidFill>
                <a:latin typeface="Arial"/>
                <a:ea typeface="Arial"/>
                <a:cs typeface="Arial"/>
              </a:defRPr>
            </a:lvl2pPr>
            <a:lvl3pPr>
              <a:defRPr sz="2100" b="0">
                <a:solidFill>
                  <a:srgbClr val="183C36"/>
                </a:solidFill>
                <a:latin typeface="Arial"/>
                <a:ea typeface="Arial"/>
                <a:cs typeface="Arial"/>
              </a:defRPr>
            </a:lvl3pPr>
            <a:lvl4pPr>
              <a:defRPr sz="2100" b="0">
                <a:solidFill>
                  <a:srgbClr val="183C36"/>
                </a:solidFill>
                <a:latin typeface="Arial"/>
                <a:ea typeface="Arial"/>
                <a:cs typeface="Arial"/>
              </a:defRPr>
            </a:lvl4pPr>
            <a:lvl5pPr>
              <a:defRPr sz="2100" b="0">
                <a:solidFill>
                  <a:srgbClr val="183C36"/>
                </a:solidFill>
                <a:latin typeface="Arial"/>
                <a:ea typeface="Arial"/>
                <a:cs typeface="Arial"/>
              </a:defRPr>
            </a:lvl5pPr>
            <a:lvl6pPr>
              <a:defRPr sz="2100" b="0">
                <a:solidFill>
                  <a:srgbClr val="183C36"/>
                </a:solidFill>
                <a:latin typeface="Arial"/>
                <a:ea typeface="Arial"/>
                <a:cs typeface="Arial"/>
              </a:defRPr>
            </a:lvl6pPr>
            <a:lvl7pPr>
              <a:defRPr sz="2100" b="0">
                <a:solidFill>
                  <a:srgbClr val="183C36"/>
                </a:solidFill>
                <a:latin typeface="Arial"/>
                <a:ea typeface="Arial"/>
                <a:cs typeface="Arial"/>
              </a:defRPr>
            </a:lvl7pPr>
            <a:lvl8pPr>
              <a:defRPr sz="2100" b="0">
                <a:solidFill>
                  <a:srgbClr val="183C36"/>
                </a:solidFill>
                <a:latin typeface="Arial"/>
                <a:ea typeface="Arial"/>
                <a:cs typeface="Arial"/>
              </a:defRPr>
            </a:lvl8pPr>
            <a:lvl9pPr>
              <a:defRPr sz="2100" b="0">
                <a:solidFill>
                  <a:srgbClr val="183C36"/>
                </a:solidFill>
                <a:latin typeface="Arial"/>
                <a:ea typeface="Arial"/>
                <a:cs typeface="Arial"/>
              </a:defRPr>
            </a:lvl9pPr>
          </a:lstStyle>
          <a:p xmlns:a="http://schemas.openxmlformats.org/drawingml/2006/main">
            <a:pPr>
              <a:defRPr sz="2100" b="0">
                <a:solidFill>
                  <a:srgbClr val="183C36"/>
                </a:solidFill>
                <a:latin typeface="Arial"/>
                <a:ea typeface="Arial"/>
                <a:cs typeface="Arial"/>
              </a:defRPr>
            </a:pPr>
            <a:r>
              <a:rPr sz="2100" b="0">
                <a:solidFill>
                  <a:srgbClr val="183C36"/>
                </a:solidFill>
                <a:latin typeface="Arial"/>
                <a:ea typeface="Arial"/>
                <a:cs typeface="Arial"/>
              </a:rPr>
              <a:t>Bir ekranı yöneten Android bileşenidir. Bu görevde liste ve ayrıntı ayrı Activity’lerde bulunur.</a:t>
            </a:r>
          </a:p>
        </p:txBody>
      </p:sp>
      <p:sp>
        <p:nvSpPr>
          <p:cNvPr id="5" name="Explicit Intent">
            <a:extLst xmlns:a="http://schemas.openxmlformats.org/drawingml/2006/main">
              <a:ext uri="{FF2B5EF4-FFF2-40B4-BE49-F238E27FC236}">
                <a16:creationId xmlns:a16="http://schemas.microsoft.com/office/drawing/2014/main" id="{F073289E-665A-4709-AFAD-5C5A02E6BADE}"/>
              </a:ext>
            </a:extLst>
          </p:cNvPr>
          <p:cNvSpPr>
            <a:spLocks xmlns:a="http://schemas.openxmlformats.org/drawingml/2006/main" noGrp="1"/>
          </p:cNvSpPr>
          <p:nvPr/>
        </p:nvSpPr>
        <p:spPr>
          <a:xfrm xmlns:a="http://schemas.openxmlformats.org/drawingml/2006/main">
            <a:off x="609600" y="31908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315CA6"/>
                </a:solidFill>
                <a:latin typeface="Arial"/>
                <a:ea typeface="Arial"/>
                <a:cs typeface="Arial"/>
              </a:defRPr>
            </a:defPPr>
            <a:lvl1pPr>
              <a:defRPr sz="2175" b="1">
                <a:solidFill>
                  <a:srgbClr val="315CA6"/>
                </a:solidFill>
                <a:latin typeface="Arial"/>
                <a:ea typeface="Arial"/>
                <a:cs typeface="Arial"/>
              </a:defRPr>
            </a:lvl1pPr>
            <a:lvl2pPr>
              <a:defRPr sz="2175" b="1">
                <a:solidFill>
                  <a:srgbClr val="315CA6"/>
                </a:solidFill>
                <a:latin typeface="Arial"/>
                <a:ea typeface="Arial"/>
                <a:cs typeface="Arial"/>
              </a:defRPr>
            </a:lvl2pPr>
            <a:lvl3pPr>
              <a:defRPr sz="2175" b="1">
                <a:solidFill>
                  <a:srgbClr val="315CA6"/>
                </a:solidFill>
                <a:latin typeface="Arial"/>
                <a:ea typeface="Arial"/>
                <a:cs typeface="Arial"/>
              </a:defRPr>
            </a:lvl3pPr>
            <a:lvl4pPr>
              <a:defRPr sz="2175" b="1">
                <a:solidFill>
                  <a:srgbClr val="315CA6"/>
                </a:solidFill>
                <a:latin typeface="Arial"/>
                <a:ea typeface="Arial"/>
                <a:cs typeface="Arial"/>
              </a:defRPr>
            </a:lvl4pPr>
            <a:lvl5pPr>
              <a:defRPr sz="2175" b="1">
                <a:solidFill>
                  <a:srgbClr val="315CA6"/>
                </a:solidFill>
                <a:latin typeface="Arial"/>
                <a:ea typeface="Arial"/>
                <a:cs typeface="Arial"/>
              </a:defRPr>
            </a:lvl5pPr>
            <a:lvl6pPr>
              <a:defRPr sz="2175" b="1">
                <a:solidFill>
                  <a:srgbClr val="315CA6"/>
                </a:solidFill>
                <a:latin typeface="Arial"/>
                <a:ea typeface="Arial"/>
                <a:cs typeface="Arial"/>
              </a:defRPr>
            </a:lvl6pPr>
            <a:lvl7pPr>
              <a:defRPr sz="2175" b="1">
                <a:solidFill>
                  <a:srgbClr val="315CA6"/>
                </a:solidFill>
                <a:latin typeface="Arial"/>
                <a:ea typeface="Arial"/>
                <a:cs typeface="Arial"/>
              </a:defRPr>
            </a:lvl7pPr>
            <a:lvl8pPr>
              <a:defRPr sz="2175" b="1">
                <a:solidFill>
                  <a:srgbClr val="315CA6"/>
                </a:solidFill>
                <a:latin typeface="Arial"/>
                <a:ea typeface="Arial"/>
                <a:cs typeface="Arial"/>
              </a:defRPr>
            </a:lvl8pPr>
            <a:lvl9pPr>
              <a:defRPr sz="2175" b="1">
                <a:solidFill>
                  <a:srgbClr val="315CA6"/>
                </a:solidFill>
                <a:latin typeface="Arial"/>
                <a:ea typeface="Arial"/>
                <a:cs typeface="Arial"/>
              </a:defRPr>
            </a:lvl9pPr>
          </a:lstStyle>
          <a:p xmlns:a="http://schemas.openxmlformats.org/drawingml/2006/main">
            <a:pPr>
              <a:defRPr sz="2175" b="1">
                <a:solidFill>
                  <a:srgbClr val="315CA6"/>
                </a:solidFill>
                <a:latin typeface="Arial"/>
                <a:ea typeface="Arial"/>
                <a:cs typeface="Arial"/>
              </a:defRPr>
            </a:pPr>
            <a:r>
              <a:rPr sz="2175" b="1">
                <a:solidFill>
                  <a:srgbClr val="315CA6"/>
                </a:solidFill>
                <a:latin typeface="Arial"/>
                <a:ea typeface="Arial"/>
                <a:cs typeface="Arial"/>
              </a:rPr>
              <a:t>Explicit Intent</a:t>
            </a:r>
          </a:p>
        </p:txBody>
      </p:sp>
      <p:sp>
        <p:nvSpPr>
          <p:cNvPr id="6" name="Hedef Activity’nin adını açıkça belirterek on">
            <a:extLst xmlns:a="http://schemas.openxmlformats.org/drawingml/2006/main">
              <a:ext uri="{FF2B5EF4-FFF2-40B4-BE49-F238E27FC236}">
                <a16:creationId xmlns:a16="http://schemas.microsoft.com/office/drawing/2014/main" id="{E9053A34-F256-4E04-81C5-EEFC43E90FAD}"/>
              </a:ext>
            </a:extLst>
          </p:cNvPr>
          <p:cNvSpPr>
            <a:spLocks xmlns:a="http://schemas.openxmlformats.org/drawingml/2006/main" noGrp="1"/>
          </p:cNvSpPr>
          <p:nvPr/>
        </p:nvSpPr>
        <p:spPr>
          <a:xfrm xmlns:a="http://schemas.openxmlformats.org/drawingml/2006/main">
            <a:off x="609600" y="360045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defRPr sz="2100" b="0">
                <a:solidFill>
                  <a:srgbClr val="183C36"/>
                </a:solidFill>
                <a:latin typeface="Arial"/>
                <a:ea typeface="Arial"/>
                <a:cs typeface="Arial"/>
              </a:defRPr>
            </a:lvl1pPr>
            <a:lvl2pPr>
              <a:defRPr sz="2100" b="0">
                <a:solidFill>
                  <a:srgbClr val="183C36"/>
                </a:solidFill>
                <a:latin typeface="Arial"/>
                <a:ea typeface="Arial"/>
                <a:cs typeface="Arial"/>
              </a:defRPr>
            </a:lvl2pPr>
            <a:lvl3pPr>
              <a:defRPr sz="2100" b="0">
                <a:solidFill>
                  <a:srgbClr val="183C36"/>
                </a:solidFill>
                <a:latin typeface="Arial"/>
                <a:ea typeface="Arial"/>
                <a:cs typeface="Arial"/>
              </a:defRPr>
            </a:lvl3pPr>
            <a:lvl4pPr>
              <a:defRPr sz="2100" b="0">
                <a:solidFill>
                  <a:srgbClr val="183C36"/>
                </a:solidFill>
                <a:latin typeface="Arial"/>
                <a:ea typeface="Arial"/>
                <a:cs typeface="Arial"/>
              </a:defRPr>
            </a:lvl4pPr>
            <a:lvl5pPr>
              <a:defRPr sz="2100" b="0">
                <a:solidFill>
                  <a:srgbClr val="183C36"/>
                </a:solidFill>
                <a:latin typeface="Arial"/>
                <a:ea typeface="Arial"/>
                <a:cs typeface="Arial"/>
              </a:defRPr>
            </a:lvl5pPr>
            <a:lvl6pPr>
              <a:defRPr sz="2100" b="0">
                <a:solidFill>
                  <a:srgbClr val="183C36"/>
                </a:solidFill>
                <a:latin typeface="Arial"/>
                <a:ea typeface="Arial"/>
                <a:cs typeface="Arial"/>
              </a:defRPr>
            </a:lvl6pPr>
            <a:lvl7pPr>
              <a:defRPr sz="2100" b="0">
                <a:solidFill>
                  <a:srgbClr val="183C36"/>
                </a:solidFill>
                <a:latin typeface="Arial"/>
                <a:ea typeface="Arial"/>
                <a:cs typeface="Arial"/>
              </a:defRPr>
            </a:lvl7pPr>
            <a:lvl8pPr>
              <a:defRPr sz="2100" b="0">
                <a:solidFill>
                  <a:srgbClr val="183C36"/>
                </a:solidFill>
                <a:latin typeface="Arial"/>
                <a:ea typeface="Arial"/>
                <a:cs typeface="Arial"/>
              </a:defRPr>
            </a:lvl8pPr>
            <a:lvl9pPr>
              <a:defRPr sz="2100" b="0">
                <a:solidFill>
                  <a:srgbClr val="183C36"/>
                </a:solidFill>
                <a:latin typeface="Arial"/>
                <a:ea typeface="Arial"/>
                <a:cs typeface="Arial"/>
              </a:defRPr>
            </a:lvl9pPr>
          </a:lstStyle>
          <a:p xmlns:a="http://schemas.openxmlformats.org/drawingml/2006/main">
            <a:pPr>
              <a:defRPr sz="2100" b="0">
                <a:solidFill>
                  <a:srgbClr val="183C36"/>
                </a:solidFill>
                <a:latin typeface="Arial"/>
                <a:ea typeface="Arial"/>
                <a:cs typeface="Arial"/>
              </a:defRPr>
            </a:pPr>
            <a:r>
              <a:rPr sz="2100" b="0">
                <a:solidFill>
                  <a:srgbClr val="183C36"/>
                </a:solidFill>
                <a:latin typeface="Arial"/>
                <a:ea typeface="Arial"/>
                <a:cs typeface="Arial"/>
              </a:rPr>
              <a:t>Hedef Activity’nin adını açıkça belirterek onu başlatır. Bu projede NotDetayActivity açılır.</a:t>
            </a:r>
          </a:p>
        </p:txBody>
      </p:sp>
      <p:sp>
        <p:nvSpPr>
          <p:cNvPr id="7" name="Extras">
            <a:extLst xmlns:a="http://schemas.openxmlformats.org/drawingml/2006/main">
              <a:ext uri="{FF2B5EF4-FFF2-40B4-BE49-F238E27FC236}">
                <a16:creationId xmlns:a16="http://schemas.microsoft.com/office/drawing/2014/main" id="{63DD5E6F-440C-4D7A-81D4-9970232F66FC}"/>
              </a:ext>
            </a:extLst>
          </p:cNvPr>
          <p:cNvSpPr>
            <a:spLocks xmlns:a="http://schemas.openxmlformats.org/drawingml/2006/main" noGrp="1"/>
          </p:cNvSpPr>
          <p:nvPr/>
        </p:nvSpPr>
        <p:spPr>
          <a:xfrm xmlns:a="http://schemas.openxmlformats.org/drawingml/2006/main">
            <a:off x="609600" y="458152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315CA6"/>
                </a:solidFill>
                <a:latin typeface="Arial"/>
                <a:ea typeface="Arial"/>
                <a:cs typeface="Arial"/>
              </a:defRPr>
            </a:defPPr>
            <a:lvl1pPr>
              <a:defRPr sz="2175" b="1">
                <a:solidFill>
                  <a:srgbClr val="315CA6"/>
                </a:solidFill>
                <a:latin typeface="Arial"/>
                <a:ea typeface="Arial"/>
                <a:cs typeface="Arial"/>
              </a:defRPr>
            </a:lvl1pPr>
            <a:lvl2pPr>
              <a:defRPr sz="2175" b="1">
                <a:solidFill>
                  <a:srgbClr val="315CA6"/>
                </a:solidFill>
                <a:latin typeface="Arial"/>
                <a:ea typeface="Arial"/>
                <a:cs typeface="Arial"/>
              </a:defRPr>
            </a:lvl2pPr>
            <a:lvl3pPr>
              <a:defRPr sz="2175" b="1">
                <a:solidFill>
                  <a:srgbClr val="315CA6"/>
                </a:solidFill>
                <a:latin typeface="Arial"/>
                <a:ea typeface="Arial"/>
                <a:cs typeface="Arial"/>
              </a:defRPr>
            </a:lvl3pPr>
            <a:lvl4pPr>
              <a:defRPr sz="2175" b="1">
                <a:solidFill>
                  <a:srgbClr val="315CA6"/>
                </a:solidFill>
                <a:latin typeface="Arial"/>
                <a:ea typeface="Arial"/>
                <a:cs typeface="Arial"/>
              </a:defRPr>
            </a:lvl4pPr>
            <a:lvl5pPr>
              <a:defRPr sz="2175" b="1">
                <a:solidFill>
                  <a:srgbClr val="315CA6"/>
                </a:solidFill>
                <a:latin typeface="Arial"/>
                <a:ea typeface="Arial"/>
                <a:cs typeface="Arial"/>
              </a:defRPr>
            </a:lvl5pPr>
            <a:lvl6pPr>
              <a:defRPr sz="2175" b="1">
                <a:solidFill>
                  <a:srgbClr val="315CA6"/>
                </a:solidFill>
                <a:latin typeface="Arial"/>
                <a:ea typeface="Arial"/>
                <a:cs typeface="Arial"/>
              </a:defRPr>
            </a:lvl6pPr>
            <a:lvl7pPr>
              <a:defRPr sz="2175" b="1">
                <a:solidFill>
                  <a:srgbClr val="315CA6"/>
                </a:solidFill>
                <a:latin typeface="Arial"/>
                <a:ea typeface="Arial"/>
                <a:cs typeface="Arial"/>
              </a:defRPr>
            </a:lvl7pPr>
            <a:lvl8pPr>
              <a:defRPr sz="2175" b="1">
                <a:solidFill>
                  <a:srgbClr val="315CA6"/>
                </a:solidFill>
                <a:latin typeface="Arial"/>
                <a:ea typeface="Arial"/>
                <a:cs typeface="Arial"/>
              </a:defRPr>
            </a:lvl8pPr>
            <a:lvl9pPr>
              <a:defRPr sz="2175" b="1">
                <a:solidFill>
                  <a:srgbClr val="315CA6"/>
                </a:solidFill>
                <a:latin typeface="Arial"/>
                <a:ea typeface="Arial"/>
                <a:cs typeface="Arial"/>
              </a:defRPr>
            </a:lvl9pPr>
          </a:lstStyle>
          <a:p xmlns:a="http://schemas.openxmlformats.org/drawingml/2006/main">
            <a:pPr>
              <a:defRPr sz="2175" b="1">
                <a:solidFill>
                  <a:srgbClr val="315CA6"/>
                </a:solidFill>
                <a:latin typeface="Arial"/>
                <a:ea typeface="Arial"/>
                <a:cs typeface="Arial"/>
              </a:defRPr>
            </a:pPr>
            <a:r>
              <a:rPr sz="2175" b="1">
                <a:solidFill>
                  <a:srgbClr val="315CA6"/>
                </a:solidFill>
                <a:latin typeface="Arial"/>
                <a:ea typeface="Arial"/>
                <a:cs typeface="Arial"/>
              </a:rPr>
              <a:t>Extras</a:t>
            </a:r>
          </a:p>
        </p:txBody>
      </p:sp>
      <p:sp>
        <p:nvSpPr>
          <p:cNvPr id="8" name="Intent içindeki anahtar–değer verileridir. pu">
            <a:extLst xmlns:a="http://schemas.openxmlformats.org/drawingml/2006/main">
              <a:ext uri="{FF2B5EF4-FFF2-40B4-BE49-F238E27FC236}">
                <a16:creationId xmlns:a16="http://schemas.microsoft.com/office/drawing/2014/main" id="{F78941AE-9CB6-4D4F-98DE-A655184C0CD1}"/>
              </a:ext>
            </a:extLst>
          </p:cNvPr>
          <p:cNvSpPr>
            <a:spLocks xmlns:a="http://schemas.openxmlformats.org/drawingml/2006/main" noGrp="1"/>
          </p:cNvSpPr>
          <p:nvPr/>
        </p:nvSpPr>
        <p:spPr>
          <a:xfrm xmlns:a="http://schemas.openxmlformats.org/drawingml/2006/main">
            <a:off x="609600" y="499110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defRPr sz="2100" b="0">
                <a:solidFill>
                  <a:srgbClr val="183C36"/>
                </a:solidFill>
                <a:latin typeface="Arial"/>
                <a:ea typeface="Arial"/>
                <a:cs typeface="Arial"/>
              </a:defRPr>
            </a:lvl1pPr>
            <a:lvl2pPr>
              <a:defRPr sz="2100" b="0">
                <a:solidFill>
                  <a:srgbClr val="183C36"/>
                </a:solidFill>
                <a:latin typeface="Arial"/>
                <a:ea typeface="Arial"/>
                <a:cs typeface="Arial"/>
              </a:defRPr>
            </a:lvl2pPr>
            <a:lvl3pPr>
              <a:defRPr sz="2100" b="0">
                <a:solidFill>
                  <a:srgbClr val="183C36"/>
                </a:solidFill>
                <a:latin typeface="Arial"/>
                <a:ea typeface="Arial"/>
                <a:cs typeface="Arial"/>
              </a:defRPr>
            </a:lvl3pPr>
            <a:lvl4pPr>
              <a:defRPr sz="2100" b="0">
                <a:solidFill>
                  <a:srgbClr val="183C36"/>
                </a:solidFill>
                <a:latin typeface="Arial"/>
                <a:ea typeface="Arial"/>
                <a:cs typeface="Arial"/>
              </a:defRPr>
            </a:lvl4pPr>
            <a:lvl5pPr>
              <a:defRPr sz="2100" b="0">
                <a:solidFill>
                  <a:srgbClr val="183C36"/>
                </a:solidFill>
                <a:latin typeface="Arial"/>
                <a:ea typeface="Arial"/>
                <a:cs typeface="Arial"/>
              </a:defRPr>
            </a:lvl5pPr>
            <a:lvl6pPr>
              <a:defRPr sz="2100" b="0">
                <a:solidFill>
                  <a:srgbClr val="183C36"/>
                </a:solidFill>
                <a:latin typeface="Arial"/>
                <a:ea typeface="Arial"/>
                <a:cs typeface="Arial"/>
              </a:defRPr>
            </a:lvl6pPr>
            <a:lvl7pPr>
              <a:defRPr sz="2100" b="0">
                <a:solidFill>
                  <a:srgbClr val="183C36"/>
                </a:solidFill>
                <a:latin typeface="Arial"/>
                <a:ea typeface="Arial"/>
                <a:cs typeface="Arial"/>
              </a:defRPr>
            </a:lvl7pPr>
            <a:lvl8pPr>
              <a:defRPr sz="2100" b="0">
                <a:solidFill>
                  <a:srgbClr val="183C36"/>
                </a:solidFill>
                <a:latin typeface="Arial"/>
                <a:ea typeface="Arial"/>
                <a:cs typeface="Arial"/>
              </a:defRPr>
            </a:lvl8pPr>
            <a:lvl9pPr>
              <a:defRPr sz="2100" b="0">
                <a:solidFill>
                  <a:srgbClr val="183C36"/>
                </a:solidFill>
                <a:latin typeface="Arial"/>
                <a:ea typeface="Arial"/>
                <a:cs typeface="Arial"/>
              </a:defRPr>
            </a:lvl9pPr>
          </a:lstStyle>
          <a:p xmlns:a="http://schemas.openxmlformats.org/drawingml/2006/main">
            <a:pPr>
              <a:defRPr sz="2100" b="0">
                <a:solidFill>
                  <a:srgbClr val="183C36"/>
                </a:solidFill>
                <a:latin typeface="Arial"/>
                <a:ea typeface="Arial"/>
                <a:cs typeface="Arial"/>
              </a:defRPr>
            </a:pPr>
            <a:r>
              <a:rPr sz="2100" b="0">
                <a:solidFill>
                  <a:srgbClr val="183C36"/>
                </a:solidFill>
                <a:latin typeface="Arial"/>
                <a:ea typeface="Arial"/>
                <a:cs typeface="Arial"/>
              </a:rPr>
              <a:t>Intent içindeki anahtar–değer verileridir. putExtra ile yazılır, get…Extra ile okunur. id, başlık ve metin taşınır.</a:t>
            </a:r>
          </a:p>
        </p:txBody>
      </p:sp>
      <p:sp>
        <p:nvSpPr>
          <p:cNvPr id="9" name="">
            <a:extLst xmlns:a="http://schemas.openxmlformats.org/drawingml/2006/main">
              <a:ext uri="{FF2B5EF4-FFF2-40B4-BE49-F238E27FC236}">
                <a16:creationId xmlns:a16="http://schemas.microsoft.com/office/drawing/2014/main" id="{C2779C7A-B307-4029-8D9C-5B56ACF7D8EB}"/>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defRPr sz="1275" b="0">
                <a:solidFill>
                  <a:srgbClr val="71827B"/>
                </a:solidFill>
                <a:latin typeface="Arial"/>
                <a:ea typeface="Arial"/>
                <a:cs typeface="Arial"/>
              </a:defRPr>
            </a:lvl1pPr>
            <a:lvl2pPr>
              <a:defRPr sz="1275" b="0">
                <a:solidFill>
                  <a:srgbClr val="71827B"/>
                </a:solidFill>
                <a:latin typeface="Arial"/>
                <a:ea typeface="Arial"/>
                <a:cs typeface="Arial"/>
              </a:defRPr>
            </a:lvl2pPr>
            <a:lvl3pPr>
              <a:defRPr sz="1275" b="0">
                <a:solidFill>
                  <a:srgbClr val="71827B"/>
                </a:solidFill>
                <a:latin typeface="Arial"/>
                <a:ea typeface="Arial"/>
                <a:cs typeface="Arial"/>
              </a:defRPr>
            </a:lvl3pPr>
            <a:lvl4pPr>
              <a:defRPr sz="1275" b="0">
                <a:solidFill>
                  <a:srgbClr val="71827B"/>
                </a:solidFill>
                <a:latin typeface="Arial"/>
                <a:ea typeface="Arial"/>
                <a:cs typeface="Arial"/>
              </a:defRPr>
            </a:lvl4pPr>
            <a:lvl5pPr>
              <a:defRPr sz="1275" b="0">
                <a:solidFill>
                  <a:srgbClr val="71827B"/>
                </a:solidFill>
                <a:latin typeface="Arial"/>
                <a:ea typeface="Arial"/>
                <a:cs typeface="Arial"/>
              </a:defRPr>
            </a:lvl5pPr>
            <a:lvl6pPr>
              <a:defRPr sz="1275" b="0">
                <a:solidFill>
                  <a:srgbClr val="71827B"/>
                </a:solidFill>
                <a:latin typeface="Arial"/>
                <a:ea typeface="Arial"/>
                <a:cs typeface="Arial"/>
              </a:defRPr>
            </a:lvl6pPr>
            <a:lvl7pPr>
              <a:defRPr sz="1275" b="0">
                <a:solidFill>
                  <a:srgbClr val="71827B"/>
                </a:solidFill>
                <a:latin typeface="Arial"/>
                <a:ea typeface="Arial"/>
                <a:cs typeface="Arial"/>
              </a:defRPr>
            </a:lvl7pPr>
            <a:lvl8pPr>
              <a:defRPr sz="1275" b="0">
                <a:solidFill>
                  <a:srgbClr val="71827B"/>
                </a:solidFill>
                <a:latin typeface="Arial"/>
                <a:ea typeface="Arial"/>
                <a:cs typeface="Arial"/>
              </a:defRPr>
            </a:lvl8pPr>
            <a:lvl9pPr>
              <a:defRPr sz="1275" b="0">
                <a:solidFill>
                  <a:srgbClr val="71827B"/>
                </a:solidFill>
                <a:latin typeface="Arial"/>
                <a:ea typeface="Arial"/>
                <a:cs typeface="Arial"/>
              </a:defRPr>
            </a:lvl9pPr>
          </a:lstStyle>
          <a:p xmlns:a="http://schemas.openxmlformats.org/drawingml/2006/main">
            <a:pPr>
              <a:defRPr sz="1275" b="0">
                <a:solidFill>
                  <a:srgbClr val="71827B"/>
                </a:solidFill>
                <a:latin typeface="Arial"/>
                <a:ea typeface="Arial"/>
                <a:cs typeface="Arial"/>
              </a:defRPr>
            </a:pPr>
            <a:r>
              <a:rPr sz="1275">
                <a:solidFill>
                  <a:srgbClr val="71827B"/>
                </a:solidFill>
                <a:latin typeface="Arial"/>
                <a:ea typeface="Arial"/>
                <a:cs typeface="Arial"/>
              </a:rPr>
              <a:t>15</a:t>
            </a:r>
          </a:p>
        </p:txBody>
      </p:sp>
    </p:spTree>
    <p:extLst>
      <p:ext uri="{BB962C8B-B14F-4D97-AF65-F5344CB8AC3E}">
        <p14:creationId xmlns:p14="http://schemas.microsoft.com/office/powerpoint/2010/main" val="1408587852"/>
      </p:ext>
    </p:extLst>
  </p:cSld>
</p:sld>
</file>

<file path=ppt/slides/slide16.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GRUP 3 / YAPILACAKLAR">
            <a:extLst xmlns:a="http://schemas.openxmlformats.org/drawingml/2006/main">
              <a:ext uri="{FF2B5EF4-FFF2-40B4-BE49-F238E27FC236}">
                <a16:creationId xmlns:a16="http://schemas.microsoft.com/office/drawing/2014/main" id="{0CFEA98F-ECFB-4C25-8BC5-57BFD9A6DD86}"/>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315CA6"/>
                </a:solidFill>
                <a:latin typeface="Arial"/>
                <a:ea typeface="Arial"/>
                <a:cs typeface="Arial"/>
              </a:defRPr>
            </a:defPPr>
            <a:lvl1pPr>
              <a:buNone/>
              <a:defRPr sz="1425" b="1">
                <a:solidFill>
                  <a:srgbClr val="315CA6"/>
                </a:solidFill>
                <a:latin typeface="Arial"/>
                <a:ea typeface="Arial"/>
                <a:cs typeface="Arial"/>
              </a:defRPr>
            </a:lvl1pPr>
            <a:lvl2pPr>
              <a:buNone/>
              <a:defRPr sz="1425" b="1">
                <a:solidFill>
                  <a:srgbClr val="315CA6"/>
                </a:solidFill>
                <a:latin typeface="Arial"/>
                <a:ea typeface="Arial"/>
                <a:cs typeface="Arial"/>
              </a:defRPr>
            </a:lvl2pPr>
            <a:lvl3pPr>
              <a:buNone/>
              <a:defRPr sz="1425" b="1">
                <a:solidFill>
                  <a:srgbClr val="315CA6"/>
                </a:solidFill>
                <a:latin typeface="Arial"/>
                <a:ea typeface="Arial"/>
                <a:cs typeface="Arial"/>
              </a:defRPr>
            </a:lvl3pPr>
            <a:lvl4pPr>
              <a:buNone/>
              <a:defRPr sz="1425" b="1">
                <a:solidFill>
                  <a:srgbClr val="315CA6"/>
                </a:solidFill>
                <a:latin typeface="Arial"/>
                <a:ea typeface="Arial"/>
                <a:cs typeface="Arial"/>
              </a:defRPr>
            </a:lvl4pPr>
            <a:lvl5pPr>
              <a:buNone/>
              <a:defRPr sz="1425" b="1">
                <a:solidFill>
                  <a:srgbClr val="315CA6"/>
                </a:solidFill>
                <a:latin typeface="Arial"/>
                <a:ea typeface="Arial"/>
                <a:cs typeface="Arial"/>
              </a:defRPr>
            </a:lvl5pPr>
            <a:lvl6pPr>
              <a:buNone/>
              <a:defRPr sz="1425" b="1">
                <a:solidFill>
                  <a:srgbClr val="315CA6"/>
                </a:solidFill>
                <a:latin typeface="Arial"/>
                <a:ea typeface="Arial"/>
                <a:cs typeface="Arial"/>
              </a:defRPr>
            </a:lvl6pPr>
            <a:lvl7pPr>
              <a:buNone/>
              <a:defRPr sz="1425" b="1">
                <a:solidFill>
                  <a:srgbClr val="315CA6"/>
                </a:solidFill>
                <a:latin typeface="Arial"/>
                <a:ea typeface="Arial"/>
                <a:cs typeface="Arial"/>
              </a:defRPr>
            </a:lvl7pPr>
            <a:lvl8pPr>
              <a:buNone/>
              <a:defRPr sz="1425" b="1">
                <a:solidFill>
                  <a:srgbClr val="315CA6"/>
                </a:solidFill>
                <a:latin typeface="Arial"/>
                <a:ea typeface="Arial"/>
                <a:cs typeface="Arial"/>
              </a:defRPr>
            </a:lvl8pPr>
            <a:lvl9pPr>
              <a:buNone/>
              <a:defRPr sz="1425" b="1">
                <a:solidFill>
                  <a:srgbClr val="315CA6"/>
                </a:solidFill>
                <a:latin typeface="Arial"/>
                <a:ea typeface="Arial"/>
                <a:cs typeface="Arial"/>
              </a:defRPr>
            </a:lvl9pPr>
          </a:lstStyle>
          <a:p xmlns:a="http://schemas.openxmlformats.org/drawingml/2006/main">
            <a:pPr>
              <a:buNone/>
              <a:defRPr sz="1425" b="1">
                <a:solidFill>
                  <a:srgbClr val="315CA6"/>
                </a:solidFill>
                <a:latin typeface="Arial"/>
                <a:ea typeface="Arial"/>
                <a:cs typeface="Arial"/>
              </a:defRPr>
            </a:pPr>
            <a:r>
              <a:rPr sz="1425" b="1">
                <a:solidFill>
                  <a:srgbClr val="315CA6"/>
                </a:solidFill>
                <a:latin typeface="Arial"/>
                <a:ea typeface="Arial"/>
                <a:cs typeface="Arial"/>
              </a:rPr>
              <a:t>GRUP 3 / YAPILACAKLAR</a:t>
            </a:r>
          </a:p>
        </p:txBody>
      </p:sp>
      <p:sp>
        <p:nvSpPr>
          <p:cNvPr id="2" name="Ayrı ayrıntı ekranı">
            <a:extLst xmlns:a="http://schemas.openxmlformats.org/drawingml/2006/main">
              <a:ext uri="{FF2B5EF4-FFF2-40B4-BE49-F238E27FC236}">
                <a16:creationId xmlns:a16="http://schemas.microsoft.com/office/drawing/2014/main" id="{EDED3DF6-10AA-4760-9475-3E5F7100E379}"/>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Ayrı ayrıntı ekranı</a:t>
            </a:r>
          </a:p>
        </p:txBody>
      </p:sp>
      <p:sp>
        <p:nvSpPr>
          <p:cNvPr id="3" name="11">
            <a:extLst xmlns:a="http://schemas.openxmlformats.org/drawingml/2006/main">
              <a:ext uri="{FF2B5EF4-FFF2-40B4-BE49-F238E27FC236}">
                <a16:creationId xmlns:a16="http://schemas.microsoft.com/office/drawing/2014/main" id="{F6A2612C-E53C-4674-B585-F8C67AFE1270}"/>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16</a:t>
            </a:r>
          </a:p>
        </p:txBody>
      </p:sp>
      <p:sp>
        <p:nvSpPr>
          <p:cNvPr id="4" name="Listedeki not, ayrı bir ekranda tam içer">
            <a:extLst xmlns:a="http://schemas.openxmlformats.org/drawingml/2006/main">
              <a:ext uri="{FF2B5EF4-FFF2-40B4-BE49-F238E27FC236}">
                <a16:creationId xmlns:a16="http://schemas.microsoft.com/office/drawing/2014/main" id="{412CB270-F884-4050-A04F-FEB610F42F4C}"/>
              </a:ext>
            </a:extLst>
          </p:cNvPr>
          <p:cNvSpPr>
            <a:spLocks xmlns:a="http://schemas.openxmlformats.org/drawingml/2006/main" noGrp="1"/>
          </p:cNvSpPr>
          <p:nvPr/>
        </p:nvSpPr>
        <p:spPr>
          <a:xfrm xmlns:a="http://schemas.openxmlformats.org/drawingml/2006/main">
            <a:off x="609600" y="16478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315CA6"/>
                </a:solidFill>
                <a:latin typeface="Arial"/>
                <a:ea typeface="Arial"/>
                <a:cs typeface="Arial"/>
              </a:defRPr>
            </a:defPPr>
            <a:lvl1pPr>
              <a:buNone/>
              <a:defRPr sz="2025" b="1">
                <a:solidFill>
                  <a:srgbClr val="315CA6"/>
                </a:solidFill>
                <a:latin typeface="Arial"/>
                <a:ea typeface="Arial"/>
                <a:cs typeface="Arial"/>
              </a:defRPr>
            </a:lvl1pPr>
            <a:lvl2pPr>
              <a:buNone/>
              <a:defRPr sz="2025" b="1">
                <a:solidFill>
                  <a:srgbClr val="315CA6"/>
                </a:solidFill>
                <a:latin typeface="Arial"/>
                <a:ea typeface="Arial"/>
                <a:cs typeface="Arial"/>
              </a:defRPr>
            </a:lvl2pPr>
            <a:lvl3pPr>
              <a:buNone/>
              <a:defRPr sz="2025" b="1">
                <a:solidFill>
                  <a:srgbClr val="315CA6"/>
                </a:solidFill>
                <a:latin typeface="Arial"/>
                <a:ea typeface="Arial"/>
                <a:cs typeface="Arial"/>
              </a:defRPr>
            </a:lvl3pPr>
            <a:lvl4pPr>
              <a:buNone/>
              <a:defRPr sz="2025" b="1">
                <a:solidFill>
                  <a:srgbClr val="315CA6"/>
                </a:solidFill>
                <a:latin typeface="Arial"/>
                <a:ea typeface="Arial"/>
                <a:cs typeface="Arial"/>
              </a:defRPr>
            </a:lvl4pPr>
            <a:lvl5pPr>
              <a:buNone/>
              <a:defRPr sz="2025" b="1">
                <a:solidFill>
                  <a:srgbClr val="315CA6"/>
                </a:solidFill>
                <a:latin typeface="Arial"/>
                <a:ea typeface="Arial"/>
                <a:cs typeface="Arial"/>
              </a:defRPr>
            </a:lvl5pPr>
            <a:lvl6pPr>
              <a:buNone/>
              <a:defRPr sz="2025" b="1">
                <a:solidFill>
                  <a:srgbClr val="315CA6"/>
                </a:solidFill>
                <a:latin typeface="Arial"/>
                <a:ea typeface="Arial"/>
                <a:cs typeface="Arial"/>
              </a:defRPr>
            </a:lvl6pPr>
            <a:lvl7pPr>
              <a:buNone/>
              <a:defRPr sz="2025" b="1">
                <a:solidFill>
                  <a:srgbClr val="315CA6"/>
                </a:solidFill>
                <a:latin typeface="Arial"/>
                <a:ea typeface="Arial"/>
                <a:cs typeface="Arial"/>
              </a:defRPr>
            </a:lvl7pPr>
            <a:lvl8pPr>
              <a:buNone/>
              <a:defRPr sz="2025" b="1">
                <a:solidFill>
                  <a:srgbClr val="315CA6"/>
                </a:solidFill>
                <a:latin typeface="Arial"/>
                <a:ea typeface="Arial"/>
                <a:cs typeface="Arial"/>
              </a:defRPr>
            </a:lvl8pPr>
            <a:lvl9pPr>
              <a:buNone/>
              <a:defRPr sz="2025" b="1">
                <a:solidFill>
                  <a:srgbClr val="315CA6"/>
                </a:solidFill>
                <a:latin typeface="Arial"/>
                <a:ea typeface="Arial"/>
                <a:cs typeface="Arial"/>
              </a:defRPr>
            </a:lvl9pPr>
          </a:lstStyle>
          <a:p xmlns:a="http://schemas.openxmlformats.org/drawingml/2006/main">
            <a:pPr>
              <a:buNone/>
              <a:defRPr sz="2025" b="1">
                <a:solidFill>
                  <a:srgbClr val="315CA6"/>
                </a:solidFill>
                <a:latin typeface="Arial"/>
                <a:ea typeface="Arial"/>
                <a:cs typeface="Arial"/>
              </a:defRPr>
            </a:pPr>
            <a:r>
              <a:rPr sz="2025" b="1">
                <a:solidFill>
                  <a:srgbClr val="315CA6"/>
                </a:solidFill>
                <a:latin typeface="Arial"/>
                <a:ea typeface="Arial"/>
                <a:cs typeface="Arial"/>
              </a:rPr>
              <a:t>Listedeki not, ayrı bir ekranda tam içeriğiyle açılacak.</a:t>
            </a:r>
          </a:p>
        </p:txBody>
      </p:sp>
      <p:sp>
        <p:nvSpPr>
          <p:cNvPr id="5" name="1.  NotDetayActivity ve activity_not_det">
            <a:extLst xmlns:a="http://schemas.openxmlformats.org/drawingml/2006/main">
              <a:ext uri="{FF2B5EF4-FFF2-40B4-BE49-F238E27FC236}">
                <a16:creationId xmlns:a16="http://schemas.microsoft.com/office/drawing/2014/main" id="{0FC1EAC1-9CDA-480B-B452-2071E25DAAD2}"/>
              </a:ext>
            </a:extLst>
          </p:cNvPr>
          <p:cNvSpPr>
            <a:spLocks xmlns:a="http://schemas.openxmlformats.org/drawingml/2006/main" noGrp="1"/>
          </p:cNvSpPr>
          <p:nvPr/>
        </p:nvSpPr>
        <p:spPr>
          <a:xfrm xmlns:a="http://schemas.openxmlformats.org/drawingml/2006/main">
            <a:off x="609600" y="2343150"/>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1.  NotDetayActivity ve activity_not_detay.xml oluşturun.</a:t>
            </a:r>
          </a:p>
        </p:txBody>
      </p:sp>
      <p:sp>
        <p:nvSpPr>
          <p:cNvPr id="6" name="2.  Satır tıklamasında explicit Intent i">
            <a:extLst xmlns:a="http://schemas.openxmlformats.org/drawingml/2006/main">
              <a:ext uri="{FF2B5EF4-FFF2-40B4-BE49-F238E27FC236}">
                <a16:creationId xmlns:a16="http://schemas.microsoft.com/office/drawing/2014/main" id="{04154B61-9E12-41E0-9E6B-514A43FA9345}"/>
              </a:ext>
            </a:extLst>
          </p:cNvPr>
          <p:cNvSpPr>
            <a:spLocks xmlns:a="http://schemas.openxmlformats.org/drawingml/2006/main" noGrp="1"/>
          </p:cNvSpPr>
          <p:nvPr/>
        </p:nvSpPr>
        <p:spPr>
          <a:xfrm xmlns:a="http://schemas.openxmlformats.org/drawingml/2006/main">
            <a:off x="609600" y="3209925"/>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2.  Satır tıklamasında explicit Intent ile başlık, metin ve id aktarın.</a:t>
            </a:r>
          </a:p>
        </p:txBody>
      </p:sp>
      <p:sp>
        <p:nvSpPr>
          <p:cNvPr id="7" name="3.  Ayrıntıda değerleri okuyup gösterin.">
            <a:extLst xmlns:a="http://schemas.openxmlformats.org/drawingml/2006/main">
              <a:ext uri="{FF2B5EF4-FFF2-40B4-BE49-F238E27FC236}">
                <a16:creationId xmlns:a16="http://schemas.microsoft.com/office/drawing/2014/main" id="{AE3F22D9-AEBF-4FF1-9701-058F8FFE8B3D}"/>
              </a:ext>
            </a:extLst>
          </p:cNvPr>
          <p:cNvSpPr>
            <a:spLocks xmlns:a="http://schemas.openxmlformats.org/drawingml/2006/main" noGrp="1"/>
          </p:cNvSpPr>
          <p:nvPr/>
        </p:nvSpPr>
        <p:spPr>
          <a:xfrm xmlns:a="http://schemas.openxmlformats.org/drawingml/2006/main">
            <a:off x="609600" y="4076700"/>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3.  Ayrıntıda değerleri okuyup gösterin. Eksik veri için anlaşılır mesaj hazırlayın.</a:t>
            </a:r>
          </a:p>
        </p:txBody>
      </p:sp>
      <p:sp>
        <p:nvSpPr>
          <p:cNvPr id="8" name="4.  Geri dönüşte mevcut listeyi koruyun.">
            <a:extLst xmlns:a="http://schemas.openxmlformats.org/drawingml/2006/main">
              <a:ext uri="{FF2B5EF4-FFF2-40B4-BE49-F238E27FC236}">
                <a16:creationId xmlns:a16="http://schemas.microsoft.com/office/drawing/2014/main" id="{554829EC-230F-49BA-A9A6-EA4AB699AB46}"/>
              </a:ext>
            </a:extLst>
          </p:cNvPr>
          <p:cNvSpPr>
            <a:spLocks xmlns:a="http://schemas.openxmlformats.org/drawingml/2006/main" noGrp="1"/>
          </p:cNvSpPr>
          <p:nvPr/>
        </p:nvSpPr>
        <p:spPr>
          <a:xfrm xmlns:a="http://schemas.openxmlformats.org/drawingml/2006/main">
            <a:off x="609600" y="4943475"/>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4.  Geri dönüşte mevcut listeyi koruyun. Ayrıntı bu aşamada salt okunurdur.</a:t>
            </a:r>
          </a:p>
        </p:txBody>
      </p:sp>
    </p:spTree>
    <p:extLst>
      <p:ext uri="{BB962C8B-B14F-4D97-AF65-F5344CB8AC3E}">
        <p14:creationId xmlns:p14="http://schemas.microsoft.com/office/powerpoint/2010/main" val="1529622287"/>
      </p:ext>
    </p:extLst>
  </p:cSld>
</p:sld>
</file>

<file path=ppt/slides/slide17.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GRUP 3 / HEDEF EKRAN TASLAĞI">
            <a:extLst xmlns:a="http://schemas.openxmlformats.org/drawingml/2006/main">
              <a:ext uri="{FF2B5EF4-FFF2-40B4-BE49-F238E27FC236}">
                <a16:creationId xmlns:a16="http://schemas.microsoft.com/office/drawing/2014/main" id="{43BC3442-1912-4597-A942-6DA67E77E36A}"/>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315CA6"/>
                </a:solidFill>
                <a:latin typeface="Arial"/>
                <a:ea typeface="Arial"/>
                <a:cs typeface="Arial"/>
              </a:defRPr>
            </a:defPPr>
            <a:lvl1pPr>
              <a:buNone/>
              <a:defRPr sz="1425" b="1">
                <a:solidFill>
                  <a:srgbClr val="315CA6"/>
                </a:solidFill>
                <a:latin typeface="Arial"/>
                <a:ea typeface="Arial"/>
                <a:cs typeface="Arial"/>
              </a:defRPr>
            </a:lvl1pPr>
            <a:lvl2pPr>
              <a:buNone/>
              <a:defRPr sz="1425" b="1">
                <a:solidFill>
                  <a:srgbClr val="315CA6"/>
                </a:solidFill>
                <a:latin typeface="Arial"/>
                <a:ea typeface="Arial"/>
                <a:cs typeface="Arial"/>
              </a:defRPr>
            </a:lvl2pPr>
            <a:lvl3pPr>
              <a:buNone/>
              <a:defRPr sz="1425" b="1">
                <a:solidFill>
                  <a:srgbClr val="315CA6"/>
                </a:solidFill>
                <a:latin typeface="Arial"/>
                <a:ea typeface="Arial"/>
                <a:cs typeface="Arial"/>
              </a:defRPr>
            </a:lvl3pPr>
            <a:lvl4pPr>
              <a:buNone/>
              <a:defRPr sz="1425" b="1">
                <a:solidFill>
                  <a:srgbClr val="315CA6"/>
                </a:solidFill>
                <a:latin typeface="Arial"/>
                <a:ea typeface="Arial"/>
                <a:cs typeface="Arial"/>
              </a:defRPr>
            </a:lvl4pPr>
            <a:lvl5pPr>
              <a:buNone/>
              <a:defRPr sz="1425" b="1">
                <a:solidFill>
                  <a:srgbClr val="315CA6"/>
                </a:solidFill>
                <a:latin typeface="Arial"/>
                <a:ea typeface="Arial"/>
                <a:cs typeface="Arial"/>
              </a:defRPr>
            </a:lvl5pPr>
            <a:lvl6pPr>
              <a:buNone/>
              <a:defRPr sz="1425" b="1">
                <a:solidFill>
                  <a:srgbClr val="315CA6"/>
                </a:solidFill>
                <a:latin typeface="Arial"/>
                <a:ea typeface="Arial"/>
                <a:cs typeface="Arial"/>
              </a:defRPr>
            </a:lvl6pPr>
            <a:lvl7pPr>
              <a:buNone/>
              <a:defRPr sz="1425" b="1">
                <a:solidFill>
                  <a:srgbClr val="315CA6"/>
                </a:solidFill>
                <a:latin typeface="Arial"/>
                <a:ea typeface="Arial"/>
                <a:cs typeface="Arial"/>
              </a:defRPr>
            </a:lvl7pPr>
            <a:lvl8pPr>
              <a:buNone/>
              <a:defRPr sz="1425" b="1">
                <a:solidFill>
                  <a:srgbClr val="315CA6"/>
                </a:solidFill>
                <a:latin typeface="Arial"/>
                <a:ea typeface="Arial"/>
                <a:cs typeface="Arial"/>
              </a:defRPr>
            </a:lvl8pPr>
            <a:lvl9pPr>
              <a:buNone/>
              <a:defRPr sz="1425" b="1">
                <a:solidFill>
                  <a:srgbClr val="315CA6"/>
                </a:solidFill>
                <a:latin typeface="Arial"/>
                <a:ea typeface="Arial"/>
                <a:cs typeface="Arial"/>
              </a:defRPr>
            </a:lvl9pPr>
          </a:lstStyle>
          <a:p xmlns:a="http://schemas.openxmlformats.org/drawingml/2006/main">
            <a:pPr>
              <a:buNone/>
              <a:defRPr sz="1425" b="1">
                <a:solidFill>
                  <a:srgbClr val="315CA6"/>
                </a:solidFill>
                <a:latin typeface="Arial"/>
                <a:ea typeface="Arial"/>
                <a:cs typeface="Arial"/>
              </a:defRPr>
            </a:pPr>
            <a:r>
              <a:rPr sz="1425" b="1">
                <a:solidFill>
                  <a:srgbClr val="315CA6"/>
                </a:solidFill>
                <a:latin typeface="Arial"/>
                <a:ea typeface="Arial"/>
                <a:cs typeface="Arial"/>
              </a:rPr>
              <a:t>GRUP 3 / HEDEF EKRAN TASLAĞI</a:t>
            </a:r>
          </a:p>
        </p:txBody>
      </p:sp>
      <p:sp>
        <p:nvSpPr>
          <p:cNvPr id="2" name="Not ayrıntısı ekranı">
            <a:extLst xmlns:a="http://schemas.openxmlformats.org/drawingml/2006/main">
              <a:ext uri="{FF2B5EF4-FFF2-40B4-BE49-F238E27FC236}">
                <a16:creationId xmlns:a16="http://schemas.microsoft.com/office/drawing/2014/main" id="{C8762AEF-CD8E-4BAD-A0AB-7976B6C3D7C6}"/>
              </a:ext>
            </a:extLst>
          </p:cNvPr>
          <p:cNvSpPr>
            <a:spLocks xmlns:a="http://schemas.openxmlformats.org/drawingml/2006/main" noGrp="1"/>
          </p:cNvSpPr>
          <p:nvPr/>
        </p:nvSpPr>
        <p:spPr>
          <a:xfrm xmlns:a="http://schemas.openxmlformats.org/drawingml/2006/main">
            <a:off x="609600" y="781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Not ayrıntısı ekranı</a:t>
            </a:r>
          </a:p>
        </p:txBody>
      </p:sp>
      <p:sp>
        <p:nvSpPr>
          <p:cNvPr id="3" name="Başlık ve tam not metni ayrı ekranda yer alır">
            <a:extLst xmlns:a="http://schemas.openxmlformats.org/drawingml/2006/main">
              <a:ext uri="{FF2B5EF4-FFF2-40B4-BE49-F238E27FC236}">
                <a16:creationId xmlns:a16="http://schemas.microsoft.com/office/drawing/2014/main" id="{904A2249-831D-42AA-B335-BFBF684787A3}"/>
              </a:ext>
            </a:extLst>
          </p:cNvPr>
          <p:cNvSpPr>
            <a:spLocks xmlns:a="http://schemas.openxmlformats.org/drawingml/2006/main" noGrp="1"/>
          </p:cNvSpPr>
          <p:nvPr/>
        </p:nvSpPr>
        <p:spPr>
          <a:xfrm xmlns:a="http://schemas.openxmlformats.org/drawingml/2006/main">
            <a:off x="609600" y="2085975"/>
            <a:ext cx="590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Başlık ve tam not metni ayrı ekranda yer alır.</a:t>
            </a:r>
          </a:p>
        </p:txBody>
      </p:sp>
      <p:sp>
        <p:nvSpPr>
          <p:cNvPr id="4" name="Kategori ve tarih bilgileri aynı nota aittir.">
            <a:extLst xmlns:a="http://schemas.openxmlformats.org/drawingml/2006/main">
              <a:ext uri="{FF2B5EF4-FFF2-40B4-BE49-F238E27FC236}">
                <a16:creationId xmlns:a16="http://schemas.microsoft.com/office/drawing/2014/main" id="{670DF32D-1B64-47C0-A2A8-61D9EAFB2F0D}"/>
              </a:ext>
            </a:extLst>
          </p:cNvPr>
          <p:cNvSpPr>
            <a:spLocks xmlns:a="http://schemas.openxmlformats.org/drawingml/2006/main" noGrp="1"/>
          </p:cNvSpPr>
          <p:nvPr/>
        </p:nvSpPr>
        <p:spPr>
          <a:xfrm xmlns:a="http://schemas.openxmlformats.org/drawingml/2006/main">
            <a:off x="609600" y="3152775"/>
            <a:ext cx="590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Kategori ve tarih bilgileri aynı nota aittir.</a:t>
            </a:r>
          </a:p>
        </p:txBody>
      </p:sp>
      <p:sp>
        <p:nvSpPr>
          <p:cNvPr id="5" name="Geri düğmesi kullanıcıyı mevcut listeye döndü">
            <a:extLst xmlns:a="http://schemas.openxmlformats.org/drawingml/2006/main">
              <a:ext uri="{FF2B5EF4-FFF2-40B4-BE49-F238E27FC236}">
                <a16:creationId xmlns:a16="http://schemas.microsoft.com/office/drawing/2014/main" id="{882D6194-6E25-496D-BA52-0003081CAA4D}"/>
              </a:ext>
            </a:extLst>
          </p:cNvPr>
          <p:cNvSpPr>
            <a:spLocks xmlns:a="http://schemas.openxmlformats.org/drawingml/2006/main" noGrp="1"/>
          </p:cNvSpPr>
          <p:nvPr/>
        </p:nvSpPr>
        <p:spPr>
          <a:xfrm xmlns:a="http://schemas.openxmlformats.org/drawingml/2006/main">
            <a:off x="609600" y="4219575"/>
            <a:ext cx="590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Geri düğmesi kullanıcıyı mevcut listeye döndürür.</a:t>
            </a:r>
          </a:p>
        </p:txBody>
      </p:sp>
      <p:pic>
        <p:nvPicPr>
          <p:cNvPr id="6" name="">
            <a:extLst xmlns:a="http://schemas.openxmlformats.org/drawingml/2006/main">
              <a:ext uri="{FF2B5EF4-FFF2-40B4-BE49-F238E27FC236}">
                <a16:creationId xmlns:a16="http://schemas.microsoft.com/office/drawing/2014/main" id="{786A903C-A211-4261-9432-0DC6DCAF127A}"/>
              </a:ext>
            </a:extLst>
          </p:cNvPr>
          <p:cNvPicPr>
            <a:picLocks xmlns:a="http://schemas.openxmlformats.org/drawingml/2006/main" noChangeAspect="1"/>
          </p:cNvPicPr>
          <p:nvPr/>
        </p:nvPicPr>
        <p:blipFill>
          <a:blip xmlns:r="http://schemas.openxmlformats.org/officeDocument/2006/relationships" xmlns:a="http://schemas.openxmlformats.org/drawingml/2006/main" r:embed="R340c7af339cd4ec0"/>
          <a:srcRect xmlns:a="http://schemas.openxmlformats.org/drawingml/2006/main" l="0" t="0" r="0" b="50000"/>
          <a:stretch xmlns:a="http://schemas.openxmlformats.org/drawingml/2006/main"/>
        </p:blipFill>
        <p:spPr>
          <a:xfrm xmlns:a="http://schemas.openxmlformats.org/drawingml/2006/main">
            <a:off x="7467600" y="1812925"/>
            <a:ext cx="3714750" cy="4127500"/>
          </a:xfrm>
          <a:prstGeom xmlns:a="http://schemas.openxmlformats.org/drawingml/2006/main" prst="rect">
            <a:avLst/>
          </a:prstGeom>
        </p:spPr>
      </p:pic>
      <p:sp>
        <p:nvSpPr>
          <p:cNvPr id="7" name="Arayüz prototipi. Hedef davranış, grup görevi">
            <a:extLst xmlns:a="http://schemas.openxmlformats.org/drawingml/2006/main">
              <a:ext uri="{FF2B5EF4-FFF2-40B4-BE49-F238E27FC236}">
                <a16:creationId xmlns:a16="http://schemas.microsoft.com/office/drawing/2014/main" id="{E568F90B-6AA1-44E4-B600-F053BC75FEE3}"/>
              </a:ext>
            </a:extLst>
          </p:cNvPr>
          <p:cNvSpPr>
            <a:spLocks xmlns:a="http://schemas.openxmlformats.org/drawingml/2006/main" noGrp="1"/>
          </p:cNvSpPr>
          <p:nvPr/>
        </p:nvSpPr>
        <p:spPr>
          <a:xfrm xmlns:a="http://schemas.openxmlformats.org/drawingml/2006/main">
            <a:off x="609600" y="627697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67A71"/>
                </a:solidFill>
                <a:latin typeface="Arial"/>
                <a:ea typeface="Arial"/>
                <a:cs typeface="Arial"/>
              </a:defRPr>
            </a:defPPr>
            <a:lvl1pPr>
              <a:buNone/>
              <a:defRPr sz="1725" b="0">
                <a:solidFill>
                  <a:srgbClr val="667A71"/>
                </a:solidFill>
                <a:latin typeface="Arial"/>
                <a:ea typeface="Arial"/>
                <a:cs typeface="Arial"/>
              </a:defRPr>
            </a:lvl1pPr>
            <a:lvl2pPr>
              <a:buNone/>
              <a:defRPr sz="1725" b="0">
                <a:solidFill>
                  <a:srgbClr val="667A71"/>
                </a:solidFill>
                <a:latin typeface="Arial"/>
                <a:ea typeface="Arial"/>
                <a:cs typeface="Arial"/>
              </a:defRPr>
            </a:lvl2pPr>
            <a:lvl3pPr>
              <a:buNone/>
              <a:defRPr sz="1725" b="0">
                <a:solidFill>
                  <a:srgbClr val="667A71"/>
                </a:solidFill>
                <a:latin typeface="Arial"/>
                <a:ea typeface="Arial"/>
                <a:cs typeface="Arial"/>
              </a:defRPr>
            </a:lvl3pPr>
            <a:lvl4pPr>
              <a:buNone/>
              <a:defRPr sz="1725" b="0">
                <a:solidFill>
                  <a:srgbClr val="667A71"/>
                </a:solidFill>
                <a:latin typeface="Arial"/>
                <a:ea typeface="Arial"/>
                <a:cs typeface="Arial"/>
              </a:defRPr>
            </a:lvl4pPr>
            <a:lvl5pPr>
              <a:buNone/>
              <a:defRPr sz="1725" b="0">
                <a:solidFill>
                  <a:srgbClr val="667A71"/>
                </a:solidFill>
                <a:latin typeface="Arial"/>
                <a:ea typeface="Arial"/>
                <a:cs typeface="Arial"/>
              </a:defRPr>
            </a:lvl5pPr>
            <a:lvl6pPr>
              <a:buNone/>
              <a:defRPr sz="1725" b="0">
                <a:solidFill>
                  <a:srgbClr val="667A71"/>
                </a:solidFill>
                <a:latin typeface="Arial"/>
                <a:ea typeface="Arial"/>
                <a:cs typeface="Arial"/>
              </a:defRPr>
            </a:lvl6pPr>
            <a:lvl7pPr>
              <a:buNone/>
              <a:defRPr sz="1725" b="0">
                <a:solidFill>
                  <a:srgbClr val="667A71"/>
                </a:solidFill>
                <a:latin typeface="Arial"/>
                <a:ea typeface="Arial"/>
                <a:cs typeface="Arial"/>
              </a:defRPr>
            </a:lvl7pPr>
            <a:lvl8pPr>
              <a:buNone/>
              <a:defRPr sz="1725" b="0">
                <a:solidFill>
                  <a:srgbClr val="667A71"/>
                </a:solidFill>
                <a:latin typeface="Arial"/>
                <a:ea typeface="Arial"/>
                <a:cs typeface="Arial"/>
              </a:defRPr>
            </a:lvl8pPr>
            <a:lvl9pPr>
              <a:buNone/>
              <a:defRPr sz="1725" b="0">
                <a:solidFill>
                  <a:srgbClr val="667A71"/>
                </a:solidFill>
                <a:latin typeface="Arial"/>
                <a:ea typeface="Arial"/>
                <a:cs typeface="Arial"/>
              </a:defRPr>
            </a:lvl9pPr>
          </a:lstStyle>
          <a:p xmlns:a="http://schemas.openxmlformats.org/drawingml/2006/main">
            <a:pPr>
              <a:buNone/>
              <a:defRPr sz="1725" b="0">
                <a:solidFill>
                  <a:srgbClr val="667A71"/>
                </a:solidFill>
                <a:latin typeface="Arial"/>
                <a:ea typeface="Arial"/>
                <a:cs typeface="Arial"/>
              </a:defRPr>
            </a:pPr>
            <a:r>
              <a:rPr sz="1725" b="0">
                <a:solidFill>
                  <a:srgbClr val="667A71"/>
                </a:solidFill>
                <a:latin typeface="Arial"/>
                <a:ea typeface="Arial"/>
                <a:cs typeface="Arial"/>
              </a:rPr>
              <a:t>Arayüz prototipi. Hedef davranış, grup görevi sırasında kodlanacak.</a:t>
            </a:r>
          </a:p>
        </p:txBody>
      </p:sp>
      <p:sp>
        <p:nvSpPr>
          <p:cNvPr id="8" name="">
            <a:extLst xmlns:a="http://schemas.openxmlformats.org/drawingml/2006/main">
              <a:ext uri="{FF2B5EF4-FFF2-40B4-BE49-F238E27FC236}">
                <a16:creationId xmlns:a16="http://schemas.microsoft.com/office/drawing/2014/main" id="{F3BCA4D6-48B3-49A9-844A-2A3B9BB649CE}"/>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a:solidFill>
                  <a:srgbClr val="71827B"/>
                </a:solidFill>
                <a:latin typeface="Arial"/>
                <a:ea typeface="Arial"/>
                <a:cs typeface="Arial"/>
              </a:rPr>
              <a:t>17</a:t>
            </a:r>
          </a:p>
        </p:txBody>
      </p:sp>
    </p:spTree>
    <p:extLst>
      <p:ext uri="{BB962C8B-B14F-4D97-AF65-F5344CB8AC3E}">
        <p14:creationId xmlns:p14="http://schemas.microsoft.com/office/powerpoint/2010/main" val="66535356"/>
      </p:ext>
    </p:extLst>
  </p:cSld>
</p:sld>
</file>

<file path=ppt/slides/slide18.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GRUP 3 / AYRI AYRINTI EKRANI">
            <a:extLst xmlns:a="http://schemas.openxmlformats.org/drawingml/2006/main">
              <a:ext uri="{FF2B5EF4-FFF2-40B4-BE49-F238E27FC236}">
                <a16:creationId xmlns:a16="http://schemas.microsoft.com/office/drawing/2014/main" id="{FFA6154D-663F-408B-8D66-285643EE4E59}"/>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315CA6"/>
                </a:solidFill>
                <a:latin typeface="Arial"/>
                <a:ea typeface="Arial"/>
                <a:cs typeface="Arial"/>
              </a:defRPr>
            </a:defPPr>
            <a:lvl1pPr>
              <a:buNone/>
              <a:defRPr sz="1425" b="1">
                <a:solidFill>
                  <a:srgbClr val="315CA6"/>
                </a:solidFill>
                <a:latin typeface="Arial"/>
                <a:ea typeface="Arial"/>
                <a:cs typeface="Arial"/>
              </a:defRPr>
            </a:lvl1pPr>
            <a:lvl2pPr>
              <a:buNone/>
              <a:defRPr sz="1425" b="1">
                <a:solidFill>
                  <a:srgbClr val="315CA6"/>
                </a:solidFill>
                <a:latin typeface="Arial"/>
                <a:ea typeface="Arial"/>
                <a:cs typeface="Arial"/>
              </a:defRPr>
            </a:lvl2pPr>
            <a:lvl3pPr>
              <a:buNone/>
              <a:defRPr sz="1425" b="1">
                <a:solidFill>
                  <a:srgbClr val="315CA6"/>
                </a:solidFill>
                <a:latin typeface="Arial"/>
                <a:ea typeface="Arial"/>
                <a:cs typeface="Arial"/>
              </a:defRPr>
            </a:lvl3pPr>
            <a:lvl4pPr>
              <a:buNone/>
              <a:defRPr sz="1425" b="1">
                <a:solidFill>
                  <a:srgbClr val="315CA6"/>
                </a:solidFill>
                <a:latin typeface="Arial"/>
                <a:ea typeface="Arial"/>
                <a:cs typeface="Arial"/>
              </a:defRPr>
            </a:lvl4pPr>
            <a:lvl5pPr>
              <a:buNone/>
              <a:defRPr sz="1425" b="1">
                <a:solidFill>
                  <a:srgbClr val="315CA6"/>
                </a:solidFill>
                <a:latin typeface="Arial"/>
                <a:ea typeface="Arial"/>
                <a:cs typeface="Arial"/>
              </a:defRPr>
            </a:lvl5pPr>
            <a:lvl6pPr>
              <a:buNone/>
              <a:defRPr sz="1425" b="1">
                <a:solidFill>
                  <a:srgbClr val="315CA6"/>
                </a:solidFill>
                <a:latin typeface="Arial"/>
                <a:ea typeface="Arial"/>
                <a:cs typeface="Arial"/>
              </a:defRPr>
            </a:lvl6pPr>
            <a:lvl7pPr>
              <a:buNone/>
              <a:defRPr sz="1425" b="1">
                <a:solidFill>
                  <a:srgbClr val="315CA6"/>
                </a:solidFill>
                <a:latin typeface="Arial"/>
                <a:ea typeface="Arial"/>
                <a:cs typeface="Arial"/>
              </a:defRPr>
            </a:lvl7pPr>
            <a:lvl8pPr>
              <a:buNone/>
              <a:defRPr sz="1425" b="1">
                <a:solidFill>
                  <a:srgbClr val="315CA6"/>
                </a:solidFill>
                <a:latin typeface="Arial"/>
                <a:ea typeface="Arial"/>
                <a:cs typeface="Arial"/>
              </a:defRPr>
            </a:lvl8pPr>
            <a:lvl9pPr>
              <a:buNone/>
              <a:defRPr sz="1425" b="1">
                <a:solidFill>
                  <a:srgbClr val="315CA6"/>
                </a:solidFill>
                <a:latin typeface="Arial"/>
                <a:ea typeface="Arial"/>
                <a:cs typeface="Arial"/>
              </a:defRPr>
            </a:lvl9pPr>
          </a:lstStyle>
          <a:p xmlns:a="http://schemas.openxmlformats.org/drawingml/2006/main">
            <a:pPr>
              <a:buNone/>
              <a:defRPr sz="1425" b="1">
                <a:solidFill>
                  <a:srgbClr val="315CA6"/>
                </a:solidFill>
                <a:latin typeface="Arial"/>
                <a:ea typeface="Arial"/>
                <a:cs typeface="Arial"/>
              </a:defRPr>
            </a:pPr>
            <a:r>
              <a:rPr sz="1425" b="1">
                <a:solidFill>
                  <a:srgbClr val="315CA6"/>
                </a:solidFill>
                <a:latin typeface="Arial"/>
                <a:ea typeface="Arial"/>
                <a:cs typeface="Arial"/>
              </a:rPr>
              <a:t>GRUP 3 / AYRI AYRINTI EKRANI</a:t>
            </a:r>
          </a:p>
        </p:txBody>
      </p:sp>
      <p:sp>
        <p:nvSpPr>
          <p:cNvPr id="2" name="Öğrenilecekler ve kazanımlar">
            <a:extLst xmlns:a="http://schemas.openxmlformats.org/drawingml/2006/main">
              <a:ext uri="{FF2B5EF4-FFF2-40B4-BE49-F238E27FC236}">
                <a16:creationId xmlns:a16="http://schemas.microsoft.com/office/drawing/2014/main" id="{6FF26D35-CEBD-4FE9-9478-2B25300D72AB}"/>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Öğrenilecekler ve kazanımlar</a:t>
            </a:r>
          </a:p>
        </p:txBody>
      </p:sp>
      <p:sp>
        <p:nvSpPr>
          <p:cNvPr id="3" name="12">
            <a:extLst xmlns:a="http://schemas.openxmlformats.org/drawingml/2006/main">
              <a:ext uri="{FF2B5EF4-FFF2-40B4-BE49-F238E27FC236}">
                <a16:creationId xmlns:a16="http://schemas.microsoft.com/office/drawing/2014/main" id="{BA330B89-783A-45C5-A7AE-121224CA1ECD}"/>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18</a:t>
            </a:r>
          </a:p>
        </p:txBody>
      </p:sp>
      <p:sp>
        <p:nvSpPr>
          <p:cNvPr id="4" name="Öğrenilecek konular">
            <a:extLst xmlns:a="http://schemas.openxmlformats.org/drawingml/2006/main">
              <a:ext uri="{FF2B5EF4-FFF2-40B4-BE49-F238E27FC236}">
                <a16:creationId xmlns:a16="http://schemas.microsoft.com/office/drawing/2014/main" id="{B83F8C9B-2223-4FF4-A858-77675D3B5C16}"/>
              </a:ext>
            </a:extLst>
          </p:cNvPr>
          <p:cNvSpPr>
            <a:spLocks xmlns:a="http://schemas.openxmlformats.org/drawingml/2006/main" noGrp="1"/>
          </p:cNvSpPr>
          <p:nvPr/>
        </p:nvSpPr>
        <p:spPr>
          <a:xfrm xmlns:a="http://schemas.openxmlformats.org/drawingml/2006/main">
            <a:off x="609600" y="179070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315CA6"/>
                </a:solidFill>
                <a:latin typeface="Arial"/>
                <a:ea typeface="Arial"/>
                <a:cs typeface="Arial"/>
              </a:defRPr>
            </a:defPPr>
            <a:lvl1pPr>
              <a:buNone/>
              <a:defRPr sz="2250" b="1">
                <a:solidFill>
                  <a:srgbClr val="315CA6"/>
                </a:solidFill>
                <a:latin typeface="Arial"/>
                <a:ea typeface="Arial"/>
                <a:cs typeface="Arial"/>
              </a:defRPr>
            </a:lvl1pPr>
            <a:lvl2pPr>
              <a:buNone/>
              <a:defRPr sz="2250" b="1">
                <a:solidFill>
                  <a:srgbClr val="315CA6"/>
                </a:solidFill>
                <a:latin typeface="Arial"/>
                <a:ea typeface="Arial"/>
                <a:cs typeface="Arial"/>
              </a:defRPr>
            </a:lvl2pPr>
            <a:lvl3pPr>
              <a:buNone/>
              <a:defRPr sz="2250" b="1">
                <a:solidFill>
                  <a:srgbClr val="315CA6"/>
                </a:solidFill>
                <a:latin typeface="Arial"/>
                <a:ea typeface="Arial"/>
                <a:cs typeface="Arial"/>
              </a:defRPr>
            </a:lvl3pPr>
            <a:lvl4pPr>
              <a:buNone/>
              <a:defRPr sz="2250" b="1">
                <a:solidFill>
                  <a:srgbClr val="315CA6"/>
                </a:solidFill>
                <a:latin typeface="Arial"/>
                <a:ea typeface="Arial"/>
                <a:cs typeface="Arial"/>
              </a:defRPr>
            </a:lvl4pPr>
            <a:lvl5pPr>
              <a:buNone/>
              <a:defRPr sz="2250" b="1">
                <a:solidFill>
                  <a:srgbClr val="315CA6"/>
                </a:solidFill>
                <a:latin typeface="Arial"/>
                <a:ea typeface="Arial"/>
                <a:cs typeface="Arial"/>
              </a:defRPr>
            </a:lvl5pPr>
            <a:lvl6pPr>
              <a:buNone/>
              <a:defRPr sz="2250" b="1">
                <a:solidFill>
                  <a:srgbClr val="315CA6"/>
                </a:solidFill>
                <a:latin typeface="Arial"/>
                <a:ea typeface="Arial"/>
                <a:cs typeface="Arial"/>
              </a:defRPr>
            </a:lvl6pPr>
            <a:lvl7pPr>
              <a:buNone/>
              <a:defRPr sz="2250" b="1">
                <a:solidFill>
                  <a:srgbClr val="315CA6"/>
                </a:solidFill>
                <a:latin typeface="Arial"/>
                <a:ea typeface="Arial"/>
                <a:cs typeface="Arial"/>
              </a:defRPr>
            </a:lvl7pPr>
            <a:lvl8pPr>
              <a:buNone/>
              <a:defRPr sz="2250" b="1">
                <a:solidFill>
                  <a:srgbClr val="315CA6"/>
                </a:solidFill>
                <a:latin typeface="Arial"/>
                <a:ea typeface="Arial"/>
                <a:cs typeface="Arial"/>
              </a:defRPr>
            </a:lvl8pPr>
            <a:lvl9pPr>
              <a:buNone/>
              <a:defRPr sz="2250" b="1">
                <a:solidFill>
                  <a:srgbClr val="315CA6"/>
                </a:solidFill>
                <a:latin typeface="Arial"/>
                <a:ea typeface="Arial"/>
                <a:cs typeface="Arial"/>
              </a:defRPr>
            </a:lvl9pPr>
          </a:lstStyle>
          <a:p xmlns:a="http://schemas.openxmlformats.org/drawingml/2006/main">
            <a:pPr>
              <a:buNone/>
              <a:defRPr sz="2250" b="1">
                <a:solidFill>
                  <a:srgbClr val="315CA6"/>
                </a:solidFill>
                <a:latin typeface="Arial"/>
                <a:ea typeface="Arial"/>
                <a:cs typeface="Arial"/>
              </a:defRPr>
            </a:pPr>
            <a:r>
              <a:rPr sz="2250" b="1">
                <a:solidFill>
                  <a:srgbClr val="315CA6"/>
                </a:solidFill>
                <a:latin typeface="Arial"/>
                <a:ea typeface="Arial"/>
                <a:cs typeface="Arial"/>
              </a:rPr>
              <a:t>Öğrenilecek konular</a:t>
            </a:r>
          </a:p>
        </p:txBody>
      </p:sp>
      <p:sp>
        <p:nvSpPr>
          <p:cNvPr id="5" name="Ölçülebilir kazanımlar">
            <a:extLst xmlns:a="http://schemas.openxmlformats.org/drawingml/2006/main">
              <a:ext uri="{FF2B5EF4-FFF2-40B4-BE49-F238E27FC236}">
                <a16:creationId xmlns:a16="http://schemas.microsoft.com/office/drawing/2014/main" id="{6E5779A1-DC4E-4EF7-9273-0C9CD7FDED9E}"/>
              </a:ext>
            </a:extLst>
          </p:cNvPr>
          <p:cNvSpPr>
            <a:spLocks xmlns:a="http://schemas.openxmlformats.org/drawingml/2006/main" noGrp="1"/>
          </p:cNvSpPr>
          <p:nvPr/>
        </p:nvSpPr>
        <p:spPr>
          <a:xfrm xmlns:a="http://schemas.openxmlformats.org/drawingml/2006/main">
            <a:off x="6448425" y="179070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315CA6"/>
                </a:solidFill>
                <a:latin typeface="Arial"/>
                <a:ea typeface="Arial"/>
                <a:cs typeface="Arial"/>
              </a:defRPr>
            </a:defPPr>
            <a:lvl1pPr>
              <a:buNone/>
              <a:defRPr sz="2250" b="1">
                <a:solidFill>
                  <a:srgbClr val="315CA6"/>
                </a:solidFill>
                <a:latin typeface="Arial"/>
                <a:ea typeface="Arial"/>
                <a:cs typeface="Arial"/>
              </a:defRPr>
            </a:lvl1pPr>
            <a:lvl2pPr>
              <a:buNone/>
              <a:defRPr sz="2250" b="1">
                <a:solidFill>
                  <a:srgbClr val="315CA6"/>
                </a:solidFill>
                <a:latin typeface="Arial"/>
                <a:ea typeface="Arial"/>
                <a:cs typeface="Arial"/>
              </a:defRPr>
            </a:lvl2pPr>
            <a:lvl3pPr>
              <a:buNone/>
              <a:defRPr sz="2250" b="1">
                <a:solidFill>
                  <a:srgbClr val="315CA6"/>
                </a:solidFill>
                <a:latin typeface="Arial"/>
                <a:ea typeface="Arial"/>
                <a:cs typeface="Arial"/>
              </a:defRPr>
            </a:lvl3pPr>
            <a:lvl4pPr>
              <a:buNone/>
              <a:defRPr sz="2250" b="1">
                <a:solidFill>
                  <a:srgbClr val="315CA6"/>
                </a:solidFill>
                <a:latin typeface="Arial"/>
                <a:ea typeface="Arial"/>
                <a:cs typeface="Arial"/>
              </a:defRPr>
            </a:lvl4pPr>
            <a:lvl5pPr>
              <a:buNone/>
              <a:defRPr sz="2250" b="1">
                <a:solidFill>
                  <a:srgbClr val="315CA6"/>
                </a:solidFill>
                <a:latin typeface="Arial"/>
                <a:ea typeface="Arial"/>
                <a:cs typeface="Arial"/>
              </a:defRPr>
            </a:lvl5pPr>
            <a:lvl6pPr>
              <a:buNone/>
              <a:defRPr sz="2250" b="1">
                <a:solidFill>
                  <a:srgbClr val="315CA6"/>
                </a:solidFill>
                <a:latin typeface="Arial"/>
                <a:ea typeface="Arial"/>
                <a:cs typeface="Arial"/>
              </a:defRPr>
            </a:lvl6pPr>
            <a:lvl7pPr>
              <a:buNone/>
              <a:defRPr sz="2250" b="1">
                <a:solidFill>
                  <a:srgbClr val="315CA6"/>
                </a:solidFill>
                <a:latin typeface="Arial"/>
                <a:ea typeface="Arial"/>
                <a:cs typeface="Arial"/>
              </a:defRPr>
            </a:lvl7pPr>
            <a:lvl8pPr>
              <a:buNone/>
              <a:defRPr sz="2250" b="1">
                <a:solidFill>
                  <a:srgbClr val="315CA6"/>
                </a:solidFill>
                <a:latin typeface="Arial"/>
                <a:ea typeface="Arial"/>
                <a:cs typeface="Arial"/>
              </a:defRPr>
            </a:lvl8pPr>
            <a:lvl9pPr>
              <a:buNone/>
              <a:defRPr sz="2250" b="1">
                <a:solidFill>
                  <a:srgbClr val="315CA6"/>
                </a:solidFill>
                <a:latin typeface="Arial"/>
                <a:ea typeface="Arial"/>
                <a:cs typeface="Arial"/>
              </a:defRPr>
            </a:lvl9pPr>
          </a:lstStyle>
          <a:p xmlns:a="http://schemas.openxmlformats.org/drawingml/2006/main">
            <a:pPr>
              <a:buNone/>
              <a:defRPr sz="2250" b="1">
                <a:solidFill>
                  <a:srgbClr val="315CA6"/>
                </a:solidFill>
                <a:latin typeface="Arial"/>
                <a:ea typeface="Arial"/>
                <a:cs typeface="Arial"/>
              </a:defRPr>
            </a:pPr>
            <a:r>
              <a:rPr sz="2250" b="1">
                <a:solidFill>
                  <a:srgbClr val="315CA6"/>
                </a:solidFill>
                <a:latin typeface="Arial"/>
                <a:ea typeface="Arial"/>
                <a:cs typeface="Arial"/>
              </a:rPr>
              <a:t>Ölçülebilir kazanımlar</a:t>
            </a:r>
          </a:p>
        </p:txBody>
      </p:sp>
      <p:sp>
        <p:nvSpPr>
          <p:cNvPr id="6" name="Activity oluşturma ve Manifest kaydı">
            <a:extLst xmlns:a="http://schemas.openxmlformats.org/drawingml/2006/main">
              <a:ext uri="{FF2B5EF4-FFF2-40B4-BE49-F238E27FC236}">
                <a16:creationId xmlns:a16="http://schemas.microsoft.com/office/drawing/2014/main" id="{8872A8A8-CDBE-478B-B3E8-78BE14569982}"/>
              </a:ext>
            </a:extLst>
          </p:cNvPr>
          <p:cNvSpPr>
            <a:spLocks xmlns:a="http://schemas.openxmlformats.org/drawingml/2006/main" noGrp="1"/>
          </p:cNvSpPr>
          <p:nvPr/>
        </p:nvSpPr>
        <p:spPr>
          <a:xfrm xmlns:a="http://schemas.openxmlformats.org/drawingml/2006/main">
            <a:off x="609600" y="249555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Activity oluşturma ve Manifest kaydı</a:t>
            </a:r>
          </a:p>
        </p:txBody>
      </p:sp>
      <p:sp>
        <p:nvSpPr>
          <p:cNvPr id="7" name="Intent, putExtra ve get…Extra kullanımı">
            <a:extLst xmlns:a="http://schemas.openxmlformats.org/drawingml/2006/main">
              <a:ext uri="{FF2B5EF4-FFF2-40B4-BE49-F238E27FC236}">
                <a16:creationId xmlns:a16="http://schemas.microsoft.com/office/drawing/2014/main" id="{159447E7-6EE9-491C-B5C5-29FA0500D286}"/>
              </a:ext>
            </a:extLst>
          </p:cNvPr>
          <p:cNvSpPr>
            <a:spLocks xmlns:a="http://schemas.openxmlformats.org/drawingml/2006/main" noGrp="1"/>
          </p:cNvSpPr>
          <p:nvPr/>
        </p:nvSpPr>
        <p:spPr>
          <a:xfrm xmlns:a="http://schemas.openxmlformats.org/drawingml/2006/main">
            <a:off x="609600" y="3590925"/>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Intent, putExtra ve get…Extra kullanımı</a:t>
            </a:r>
          </a:p>
        </p:txBody>
      </p:sp>
      <p:sp>
        <p:nvSpPr>
          <p:cNvPr id="8" name="Ekran sorumlulukları ve geri dönüş">
            <a:extLst xmlns:a="http://schemas.openxmlformats.org/drawingml/2006/main">
              <a:ext uri="{FF2B5EF4-FFF2-40B4-BE49-F238E27FC236}">
                <a16:creationId xmlns:a16="http://schemas.microsoft.com/office/drawing/2014/main" id="{98012812-8043-45AA-B0D1-5C9C4304F5AE}"/>
              </a:ext>
            </a:extLst>
          </p:cNvPr>
          <p:cNvSpPr>
            <a:spLocks xmlns:a="http://schemas.openxmlformats.org/drawingml/2006/main" noGrp="1"/>
          </p:cNvSpPr>
          <p:nvPr/>
        </p:nvSpPr>
        <p:spPr>
          <a:xfrm xmlns:a="http://schemas.openxmlformats.org/drawingml/2006/main">
            <a:off x="609600" y="468630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Ekran sorumlulukları ve geri dönüş</a:t>
            </a:r>
          </a:p>
        </p:txBody>
      </p:sp>
      <p:sp>
        <p:nvSpPr>
          <p:cNvPr id="9" name="Öğrenci doğru notun verisini başka Activ">
            <a:extLst xmlns:a="http://schemas.openxmlformats.org/drawingml/2006/main">
              <a:ext uri="{FF2B5EF4-FFF2-40B4-BE49-F238E27FC236}">
                <a16:creationId xmlns:a16="http://schemas.microsoft.com/office/drawing/2014/main" id="{1D89CCDA-4A2B-48C8-A4AA-4573D0732323}"/>
              </a:ext>
            </a:extLst>
          </p:cNvPr>
          <p:cNvSpPr>
            <a:spLocks xmlns:a="http://schemas.openxmlformats.org/drawingml/2006/main" noGrp="1"/>
          </p:cNvSpPr>
          <p:nvPr/>
        </p:nvSpPr>
        <p:spPr>
          <a:xfrm xmlns:a="http://schemas.openxmlformats.org/drawingml/2006/main">
            <a:off x="6448425" y="249555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Öğrenci doğru notun verisini başka Activity’ye aktarır.</a:t>
            </a:r>
          </a:p>
        </p:txBody>
      </p:sp>
      <p:sp>
        <p:nvSpPr>
          <p:cNvPr id="10" name="Öğrenci eksik Intent verisini güvenli bi">
            <a:extLst xmlns:a="http://schemas.openxmlformats.org/drawingml/2006/main">
              <a:ext uri="{FF2B5EF4-FFF2-40B4-BE49-F238E27FC236}">
                <a16:creationId xmlns:a16="http://schemas.microsoft.com/office/drawing/2014/main" id="{19778014-5F8C-490D-81C9-CF23EA7FAA31}"/>
              </a:ext>
            </a:extLst>
          </p:cNvPr>
          <p:cNvSpPr>
            <a:spLocks xmlns:a="http://schemas.openxmlformats.org/drawingml/2006/main" noGrp="1"/>
          </p:cNvSpPr>
          <p:nvPr/>
        </p:nvSpPr>
        <p:spPr>
          <a:xfrm xmlns:a="http://schemas.openxmlformats.org/drawingml/2006/main">
            <a:off x="6448425" y="3590925"/>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Öğrenci eksik Intent verisini güvenli biçimde ele alır.</a:t>
            </a:r>
          </a:p>
        </p:txBody>
      </p:sp>
      <p:sp>
        <p:nvSpPr>
          <p:cNvPr id="11" name="Öğrenci liste ve ayrıntı ekranlarının gö">
            <a:extLst xmlns:a="http://schemas.openxmlformats.org/drawingml/2006/main">
              <a:ext uri="{FF2B5EF4-FFF2-40B4-BE49-F238E27FC236}">
                <a16:creationId xmlns:a16="http://schemas.microsoft.com/office/drawing/2014/main" id="{23FE7E45-842D-4C3A-85F1-54634A0C4BA7}"/>
              </a:ext>
            </a:extLst>
          </p:cNvPr>
          <p:cNvSpPr>
            <a:spLocks xmlns:a="http://schemas.openxmlformats.org/drawingml/2006/main" noGrp="1"/>
          </p:cNvSpPr>
          <p:nvPr/>
        </p:nvSpPr>
        <p:spPr>
          <a:xfrm xmlns:a="http://schemas.openxmlformats.org/drawingml/2006/main">
            <a:off x="6448425" y="468630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Öğrenci liste ve ayrıntı ekranlarının görevlerini ayırır.</a:t>
            </a:r>
          </a:p>
        </p:txBody>
      </p:sp>
    </p:spTree>
    <p:extLst>
      <p:ext uri="{BB962C8B-B14F-4D97-AF65-F5344CB8AC3E}">
        <p14:creationId xmlns:p14="http://schemas.microsoft.com/office/powerpoint/2010/main" val="1792189737"/>
      </p:ext>
    </p:extLst>
  </p:cSld>
</p:sld>
</file>

<file path=ppt/slides/slide19.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GRUP 3 / AYRI AYRINTI EKRANI">
            <a:extLst xmlns:a="http://schemas.openxmlformats.org/drawingml/2006/main">
              <a:ext uri="{FF2B5EF4-FFF2-40B4-BE49-F238E27FC236}">
                <a16:creationId xmlns:a16="http://schemas.microsoft.com/office/drawing/2014/main" id="{3BBC4C71-2725-4315-9B73-13477133588E}"/>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315CA6"/>
                </a:solidFill>
                <a:latin typeface="Arial"/>
                <a:ea typeface="Arial"/>
                <a:cs typeface="Arial"/>
              </a:defRPr>
            </a:defPPr>
            <a:lvl1pPr>
              <a:buNone/>
              <a:defRPr sz="1425" b="1">
                <a:solidFill>
                  <a:srgbClr val="315CA6"/>
                </a:solidFill>
                <a:latin typeface="Arial"/>
                <a:ea typeface="Arial"/>
                <a:cs typeface="Arial"/>
              </a:defRPr>
            </a:lvl1pPr>
            <a:lvl2pPr>
              <a:buNone/>
              <a:defRPr sz="1425" b="1">
                <a:solidFill>
                  <a:srgbClr val="315CA6"/>
                </a:solidFill>
                <a:latin typeface="Arial"/>
                <a:ea typeface="Arial"/>
                <a:cs typeface="Arial"/>
              </a:defRPr>
            </a:lvl2pPr>
            <a:lvl3pPr>
              <a:buNone/>
              <a:defRPr sz="1425" b="1">
                <a:solidFill>
                  <a:srgbClr val="315CA6"/>
                </a:solidFill>
                <a:latin typeface="Arial"/>
                <a:ea typeface="Arial"/>
                <a:cs typeface="Arial"/>
              </a:defRPr>
            </a:lvl3pPr>
            <a:lvl4pPr>
              <a:buNone/>
              <a:defRPr sz="1425" b="1">
                <a:solidFill>
                  <a:srgbClr val="315CA6"/>
                </a:solidFill>
                <a:latin typeface="Arial"/>
                <a:ea typeface="Arial"/>
                <a:cs typeface="Arial"/>
              </a:defRPr>
            </a:lvl4pPr>
            <a:lvl5pPr>
              <a:buNone/>
              <a:defRPr sz="1425" b="1">
                <a:solidFill>
                  <a:srgbClr val="315CA6"/>
                </a:solidFill>
                <a:latin typeface="Arial"/>
                <a:ea typeface="Arial"/>
                <a:cs typeface="Arial"/>
              </a:defRPr>
            </a:lvl5pPr>
            <a:lvl6pPr>
              <a:buNone/>
              <a:defRPr sz="1425" b="1">
                <a:solidFill>
                  <a:srgbClr val="315CA6"/>
                </a:solidFill>
                <a:latin typeface="Arial"/>
                <a:ea typeface="Arial"/>
                <a:cs typeface="Arial"/>
              </a:defRPr>
            </a:lvl6pPr>
            <a:lvl7pPr>
              <a:buNone/>
              <a:defRPr sz="1425" b="1">
                <a:solidFill>
                  <a:srgbClr val="315CA6"/>
                </a:solidFill>
                <a:latin typeface="Arial"/>
                <a:ea typeface="Arial"/>
                <a:cs typeface="Arial"/>
              </a:defRPr>
            </a:lvl7pPr>
            <a:lvl8pPr>
              <a:buNone/>
              <a:defRPr sz="1425" b="1">
                <a:solidFill>
                  <a:srgbClr val="315CA6"/>
                </a:solidFill>
                <a:latin typeface="Arial"/>
                <a:ea typeface="Arial"/>
                <a:cs typeface="Arial"/>
              </a:defRPr>
            </a:lvl8pPr>
            <a:lvl9pPr>
              <a:buNone/>
              <a:defRPr sz="1425" b="1">
                <a:solidFill>
                  <a:srgbClr val="315CA6"/>
                </a:solidFill>
                <a:latin typeface="Arial"/>
                <a:ea typeface="Arial"/>
                <a:cs typeface="Arial"/>
              </a:defRPr>
            </a:lvl9pPr>
          </a:lstStyle>
          <a:p xmlns:a="http://schemas.openxmlformats.org/drawingml/2006/main">
            <a:pPr>
              <a:buNone/>
              <a:defRPr sz="1425" b="1">
                <a:solidFill>
                  <a:srgbClr val="315CA6"/>
                </a:solidFill>
                <a:latin typeface="Arial"/>
                <a:ea typeface="Arial"/>
                <a:cs typeface="Arial"/>
              </a:defRPr>
            </a:pPr>
            <a:r>
              <a:rPr sz="1425" b="1">
                <a:solidFill>
                  <a:srgbClr val="315CA6"/>
                </a:solidFill>
                <a:latin typeface="Arial"/>
                <a:ea typeface="Arial"/>
                <a:cs typeface="Arial"/>
              </a:rPr>
              <a:t>GRUP 3 / AYRI AYRINTI EKRANI</a:t>
            </a:r>
          </a:p>
        </p:txBody>
      </p:sp>
      <p:sp>
        <p:nvSpPr>
          <p:cNvPr id="2" name="Kabul kontrolleri ve sunum">
            <a:extLst xmlns:a="http://schemas.openxmlformats.org/drawingml/2006/main">
              <a:ext uri="{FF2B5EF4-FFF2-40B4-BE49-F238E27FC236}">
                <a16:creationId xmlns:a16="http://schemas.microsoft.com/office/drawing/2014/main" id="{78E97FEB-5DD2-48C5-B9FD-D7AC3E671F72}"/>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Kabul kontrolleri ve sunum</a:t>
            </a:r>
          </a:p>
        </p:txBody>
      </p:sp>
      <p:sp>
        <p:nvSpPr>
          <p:cNvPr id="3" name="13">
            <a:extLst xmlns:a="http://schemas.openxmlformats.org/drawingml/2006/main">
              <a:ext uri="{FF2B5EF4-FFF2-40B4-BE49-F238E27FC236}">
                <a16:creationId xmlns:a16="http://schemas.microsoft.com/office/drawing/2014/main" id="{F42D120F-F468-4872-B56E-A4A89B270CAE}"/>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19</a:t>
            </a:r>
          </a:p>
        </p:txBody>
      </p:sp>
      <p:sp>
        <p:nvSpPr>
          <p:cNvPr id="4" name="1.  Aynı başlıklı iki not doğru içerikle">
            <a:extLst xmlns:a="http://schemas.openxmlformats.org/drawingml/2006/main">
              <a:ext uri="{FF2B5EF4-FFF2-40B4-BE49-F238E27FC236}">
                <a16:creationId xmlns:a16="http://schemas.microsoft.com/office/drawing/2014/main" id="{F6FF5C9A-5ECC-4038-B44C-7197AF9837B2}"/>
              </a:ext>
            </a:extLst>
          </p:cNvPr>
          <p:cNvSpPr>
            <a:spLocks xmlns:a="http://schemas.openxmlformats.org/drawingml/2006/main" noGrp="1"/>
          </p:cNvSpPr>
          <p:nvPr/>
        </p:nvSpPr>
        <p:spPr>
          <a:xfrm xmlns:a="http://schemas.openxmlformats.org/drawingml/2006/main">
            <a:off x="609600" y="185737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1.  Aynı başlıklı iki not doğru içerikle açılır.</a:t>
            </a:r>
          </a:p>
        </p:txBody>
      </p:sp>
      <p:sp>
        <p:nvSpPr>
          <p:cNvPr id="5" name="2.  Geri tuşu listeye döner ve yeni kopy">
            <a:extLst xmlns:a="http://schemas.openxmlformats.org/drawingml/2006/main">
              <a:ext uri="{FF2B5EF4-FFF2-40B4-BE49-F238E27FC236}">
                <a16:creationId xmlns:a16="http://schemas.microsoft.com/office/drawing/2014/main" id="{EDFADAB5-332C-4B21-A1AE-FD68364F9839}"/>
              </a:ext>
            </a:extLst>
          </p:cNvPr>
          <p:cNvSpPr>
            <a:spLocks xmlns:a="http://schemas.openxmlformats.org/drawingml/2006/main" noGrp="1"/>
          </p:cNvSpPr>
          <p:nvPr/>
        </p:nvSpPr>
        <p:spPr>
          <a:xfrm xmlns:a="http://schemas.openxmlformats.org/drawingml/2006/main">
            <a:off x="609600" y="284797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2.  Geri tuşu listeye döner ve yeni kopya kayıt oluşturmaz.</a:t>
            </a:r>
          </a:p>
        </p:txBody>
      </p:sp>
      <p:sp>
        <p:nvSpPr>
          <p:cNvPr id="6" name="3.  Eksik veriyle açılan ayrıntı uygulam">
            <a:extLst xmlns:a="http://schemas.openxmlformats.org/drawingml/2006/main">
              <a:ext uri="{FF2B5EF4-FFF2-40B4-BE49-F238E27FC236}">
                <a16:creationId xmlns:a16="http://schemas.microsoft.com/office/drawing/2014/main" id="{2951613B-B69F-4A8A-9CEA-96D1FD0501C5}"/>
              </a:ext>
            </a:extLst>
          </p:cNvPr>
          <p:cNvSpPr>
            <a:spLocks xmlns:a="http://schemas.openxmlformats.org/drawingml/2006/main" noGrp="1"/>
          </p:cNvSpPr>
          <p:nvPr/>
        </p:nvSpPr>
        <p:spPr>
          <a:xfrm xmlns:a="http://schemas.openxmlformats.org/drawingml/2006/main">
            <a:off x="609600" y="383857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3.  Eksik veriyle açılan ayrıntı uygulamayı çökertmez.</a:t>
            </a:r>
          </a:p>
        </p:txBody>
      </p:sp>
      <p:sp>
        <p:nvSpPr>
          <p:cNvPr id="7" name="Sınıf demosu">
            <a:extLst xmlns:a="http://schemas.openxmlformats.org/drawingml/2006/main">
              <a:ext uri="{FF2B5EF4-FFF2-40B4-BE49-F238E27FC236}">
                <a16:creationId xmlns:a16="http://schemas.microsoft.com/office/drawing/2014/main" id="{8AB4EAA0-E5B0-4B31-9505-927652C36A69}"/>
              </a:ext>
            </a:extLst>
          </p:cNvPr>
          <p:cNvSpPr>
            <a:spLocks xmlns:a="http://schemas.openxmlformats.org/drawingml/2006/main" noGrp="1"/>
          </p:cNvSpPr>
          <p:nvPr/>
        </p:nvSpPr>
        <p:spPr>
          <a:xfrm xmlns:a="http://schemas.openxmlformats.org/drawingml/2006/main">
            <a:off x="609600" y="51149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315CA6"/>
                </a:solidFill>
                <a:latin typeface="Arial"/>
                <a:ea typeface="Arial"/>
                <a:cs typeface="Arial"/>
              </a:defRPr>
            </a:defPPr>
            <a:lvl1pPr>
              <a:buNone/>
              <a:defRPr sz="1875" b="1">
                <a:solidFill>
                  <a:srgbClr val="315CA6"/>
                </a:solidFill>
                <a:latin typeface="Arial"/>
                <a:ea typeface="Arial"/>
                <a:cs typeface="Arial"/>
              </a:defRPr>
            </a:lvl1pPr>
            <a:lvl2pPr>
              <a:buNone/>
              <a:defRPr sz="1875" b="1">
                <a:solidFill>
                  <a:srgbClr val="315CA6"/>
                </a:solidFill>
                <a:latin typeface="Arial"/>
                <a:ea typeface="Arial"/>
                <a:cs typeface="Arial"/>
              </a:defRPr>
            </a:lvl2pPr>
            <a:lvl3pPr>
              <a:buNone/>
              <a:defRPr sz="1875" b="1">
                <a:solidFill>
                  <a:srgbClr val="315CA6"/>
                </a:solidFill>
                <a:latin typeface="Arial"/>
                <a:ea typeface="Arial"/>
                <a:cs typeface="Arial"/>
              </a:defRPr>
            </a:lvl3pPr>
            <a:lvl4pPr>
              <a:buNone/>
              <a:defRPr sz="1875" b="1">
                <a:solidFill>
                  <a:srgbClr val="315CA6"/>
                </a:solidFill>
                <a:latin typeface="Arial"/>
                <a:ea typeface="Arial"/>
                <a:cs typeface="Arial"/>
              </a:defRPr>
            </a:lvl4pPr>
            <a:lvl5pPr>
              <a:buNone/>
              <a:defRPr sz="1875" b="1">
                <a:solidFill>
                  <a:srgbClr val="315CA6"/>
                </a:solidFill>
                <a:latin typeface="Arial"/>
                <a:ea typeface="Arial"/>
                <a:cs typeface="Arial"/>
              </a:defRPr>
            </a:lvl5pPr>
            <a:lvl6pPr>
              <a:buNone/>
              <a:defRPr sz="1875" b="1">
                <a:solidFill>
                  <a:srgbClr val="315CA6"/>
                </a:solidFill>
                <a:latin typeface="Arial"/>
                <a:ea typeface="Arial"/>
                <a:cs typeface="Arial"/>
              </a:defRPr>
            </a:lvl6pPr>
            <a:lvl7pPr>
              <a:buNone/>
              <a:defRPr sz="1875" b="1">
                <a:solidFill>
                  <a:srgbClr val="315CA6"/>
                </a:solidFill>
                <a:latin typeface="Arial"/>
                <a:ea typeface="Arial"/>
                <a:cs typeface="Arial"/>
              </a:defRPr>
            </a:lvl7pPr>
            <a:lvl8pPr>
              <a:buNone/>
              <a:defRPr sz="1875" b="1">
                <a:solidFill>
                  <a:srgbClr val="315CA6"/>
                </a:solidFill>
                <a:latin typeface="Arial"/>
                <a:ea typeface="Arial"/>
                <a:cs typeface="Arial"/>
              </a:defRPr>
            </a:lvl8pPr>
            <a:lvl9pPr>
              <a:buNone/>
              <a:defRPr sz="1875" b="1">
                <a:solidFill>
                  <a:srgbClr val="315CA6"/>
                </a:solidFill>
                <a:latin typeface="Arial"/>
                <a:ea typeface="Arial"/>
                <a:cs typeface="Arial"/>
              </a:defRPr>
            </a:lvl9pPr>
          </a:lstStyle>
          <a:p xmlns:a="http://schemas.openxmlformats.org/drawingml/2006/main">
            <a:pPr>
              <a:buNone/>
              <a:defRPr sz="1875" b="1">
                <a:solidFill>
                  <a:srgbClr val="315CA6"/>
                </a:solidFill>
                <a:latin typeface="Arial"/>
                <a:ea typeface="Arial"/>
                <a:cs typeface="Arial"/>
              </a:defRPr>
            </a:pPr>
            <a:r>
              <a:rPr sz="1875" b="1">
                <a:solidFill>
                  <a:srgbClr val="315CA6"/>
                </a:solidFill>
                <a:latin typeface="Arial"/>
                <a:ea typeface="Arial"/>
                <a:cs typeface="Arial"/>
              </a:rPr>
              <a:t>Sınıf demosu</a:t>
            </a:r>
          </a:p>
        </p:txBody>
      </p:sp>
      <p:sp>
        <p:nvSpPr>
          <p:cNvPr id="8" name="İki farklı notu sırayla açın, geri dönün">
            <a:extLst xmlns:a="http://schemas.openxmlformats.org/drawingml/2006/main">
              <a:ext uri="{FF2B5EF4-FFF2-40B4-BE49-F238E27FC236}">
                <a16:creationId xmlns:a16="http://schemas.microsoft.com/office/drawing/2014/main" id="{D4DDEA36-C476-4B70-9F4E-54484BC81E4B}"/>
              </a:ext>
            </a:extLst>
          </p:cNvPr>
          <p:cNvSpPr>
            <a:spLocks xmlns:a="http://schemas.openxmlformats.org/drawingml/2006/main" noGrp="1"/>
          </p:cNvSpPr>
          <p:nvPr/>
        </p:nvSpPr>
        <p:spPr>
          <a:xfrm xmlns:a="http://schemas.openxmlformats.org/drawingml/2006/main">
            <a:off x="609600" y="55816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İki farklı notu sırayla açın, geri dönün ve liste sayısını gösterin.</a:t>
            </a:r>
          </a:p>
        </p:txBody>
      </p:sp>
    </p:spTree>
    <p:extLst>
      <p:ext uri="{BB962C8B-B14F-4D97-AF65-F5344CB8AC3E}">
        <p14:creationId xmlns:p14="http://schemas.microsoft.com/office/powerpoint/2010/main" val="380830030"/>
      </p:ext>
    </p:extLst>
  </p:cSld>
</p:sld>
</file>

<file path=ppt/slides/slide20.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GRUP 4 / KISA KAVRAM NOTLARI">
            <a:extLst xmlns:a="http://schemas.openxmlformats.org/drawingml/2006/main">
              <a:ext uri="{FF2B5EF4-FFF2-40B4-BE49-F238E27FC236}">
                <a16:creationId xmlns:a16="http://schemas.microsoft.com/office/drawing/2014/main" id="{A9AB48D5-258D-4EFE-9E20-6BAF2510C3B8}"/>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3D57"/>
                </a:solidFill>
                <a:latin typeface="Arial"/>
                <a:ea typeface="Arial"/>
                <a:cs typeface="Arial"/>
              </a:defRPr>
            </a:defPPr>
            <a:lvl1pPr>
              <a:defRPr sz="1425" b="1">
                <a:solidFill>
                  <a:srgbClr val="9A3D57"/>
                </a:solidFill>
                <a:latin typeface="Arial"/>
                <a:ea typeface="Arial"/>
                <a:cs typeface="Arial"/>
              </a:defRPr>
            </a:lvl1pPr>
            <a:lvl2pPr>
              <a:defRPr sz="1425" b="1">
                <a:solidFill>
                  <a:srgbClr val="9A3D57"/>
                </a:solidFill>
                <a:latin typeface="Arial"/>
                <a:ea typeface="Arial"/>
                <a:cs typeface="Arial"/>
              </a:defRPr>
            </a:lvl2pPr>
            <a:lvl3pPr>
              <a:defRPr sz="1425" b="1">
                <a:solidFill>
                  <a:srgbClr val="9A3D57"/>
                </a:solidFill>
                <a:latin typeface="Arial"/>
                <a:ea typeface="Arial"/>
                <a:cs typeface="Arial"/>
              </a:defRPr>
            </a:lvl3pPr>
            <a:lvl4pPr>
              <a:defRPr sz="1425" b="1">
                <a:solidFill>
                  <a:srgbClr val="9A3D57"/>
                </a:solidFill>
                <a:latin typeface="Arial"/>
                <a:ea typeface="Arial"/>
                <a:cs typeface="Arial"/>
              </a:defRPr>
            </a:lvl4pPr>
            <a:lvl5pPr>
              <a:defRPr sz="1425" b="1">
                <a:solidFill>
                  <a:srgbClr val="9A3D57"/>
                </a:solidFill>
                <a:latin typeface="Arial"/>
                <a:ea typeface="Arial"/>
                <a:cs typeface="Arial"/>
              </a:defRPr>
            </a:lvl5pPr>
            <a:lvl6pPr>
              <a:defRPr sz="1425" b="1">
                <a:solidFill>
                  <a:srgbClr val="9A3D57"/>
                </a:solidFill>
                <a:latin typeface="Arial"/>
                <a:ea typeface="Arial"/>
                <a:cs typeface="Arial"/>
              </a:defRPr>
            </a:lvl6pPr>
            <a:lvl7pPr>
              <a:defRPr sz="1425" b="1">
                <a:solidFill>
                  <a:srgbClr val="9A3D57"/>
                </a:solidFill>
                <a:latin typeface="Arial"/>
                <a:ea typeface="Arial"/>
                <a:cs typeface="Arial"/>
              </a:defRPr>
            </a:lvl7pPr>
            <a:lvl8pPr>
              <a:defRPr sz="1425" b="1">
                <a:solidFill>
                  <a:srgbClr val="9A3D57"/>
                </a:solidFill>
                <a:latin typeface="Arial"/>
                <a:ea typeface="Arial"/>
                <a:cs typeface="Arial"/>
              </a:defRPr>
            </a:lvl8pPr>
            <a:lvl9pPr>
              <a:defRPr sz="1425" b="1">
                <a:solidFill>
                  <a:srgbClr val="9A3D57"/>
                </a:solidFill>
                <a:latin typeface="Arial"/>
                <a:ea typeface="Arial"/>
                <a:cs typeface="Arial"/>
              </a:defRPr>
            </a:lvl9pPr>
          </a:lstStyle>
          <a:p xmlns:a="http://schemas.openxmlformats.org/drawingml/2006/main">
            <a:pPr>
              <a:defRPr sz="1425" b="1">
                <a:solidFill>
                  <a:srgbClr val="9A3D57"/>
                </a:solidFill>
                <a:latin typeface="Arial"/>
                <a:ea typeface="Arial"/>
                <a:cs typeface="Arial"/>
              </a:defRPr>
            </a:pPr>
            <a:r>
              <a:rPr sz="1425" b="1">
                <a:solidFill>
                  <a:srgbClr val="9A3D57"/>
                </a:solidFill>
                <a:latin typeface="Arial"/>
                <a:ea typeface="Arial"/>
                <a:cs typeface="Arial"/>
              </a:rPr>
              <a:t>GRUP 4 / KISA KAVRAM NOTLARI</a:t>
            </a:r>
          </a:p>
        </p:txBody>
      </p:sp>
      <p:sp>
        <p:nvSpPr>
          <p:cNvPr id="2" name="Paylaşım için Intent kavramları">
            <a:extLst xmlns:a="http://schemas.openxmlformats.org/drawingml/2006/main">
              <a:ext uri="{FF2B5EF4-FFF2-40B4-BE49-F238E27FC236}">
                <a16:creationId xmlns:a16="http://schemas.microsoft.com/office/drawing/2014/main" id="{3827D988-1375-4175-8230-1FC76527E0BF}"/>
              </a:ext>
            </a:extLst>
          </p:cNvPr>
          <p:cNvSpPr>
            <a:spLocks xmlns:a="http://schemas.openxmlformats.org/drawingml/2006/main" noGrp="1"/>
          </p:cNvSpPr>
          <p:nvPr/>
        </p:nvSpPr>
        <p:spPr>
          <a:xfrm xmlns:a="http://schemas.openxmlformats.org/drawingml/2006/main">
            <a:off x="609600" y="781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defRPr sz="3225" b="1">
                <a:solidFill>
                  <a:srgbClr val="143E37"/>
                </a:solidFill>
                <a:latin typeface="Arial"/>
                <a:ea typeface="Arial"/>
                <a:cs typeface="Arial"/>
              </a:defRPr>
            </a:lvl1pPr>
            <a:lvl2pPr>
              <a:defRPr sz="3225" b="1">
                <a:solidFill>
                  <a:srgbClr val="143E37"/>
                </a:solidFill>
                <a:latin typeface="Arial"/>
                <a:ea typeface="Arial"/>
                <a:cs typeface="Arial"/>
              </a:defRPr>
            </a:lvl2pPr>
            <a:lvl3pPr>
              <a:defRPr sz="3225" b="1">
                <a:solidFill>
                  <a:srgbClr val="143E37"/>
                </a:solidFill>
                <a:latin typeface="Arial"/>
                <a:ea typeface="Arial"/>
                <a:cs typeface="Arial"/>
              </a:defRPr>
            </a:lvl3pPr>
            <a:lvl4pPr>
              <a:defRPr sz="3225" b="1">
                <a:solidFill>
                  <a:srgbClr val="143E37"/>
                </a:solidFill>
                <a:latin typeface="Arial"/>
                <a:ea typeface="Arial"/>
                <a:cs typeface="Arial"/>
              </a:defRPr>
            </a:lvl4pPr>
            <a:lvl5pPr>
              <a:defRPr sz="3225" b="1">
                <a:solidFill>
                  <a:srgbClr val="143E37"/>
                </a:solidFill>
                <a:latin typeface="Arial"/>
                <a:ea typeface="Arial"/>
                <a:cs typeface="Arial"/>
              </a:defRPr>
            </a:lvl5pPr>
            <a:lvl6pPr>
              <a:defRPr sz="3225" b="1">
                <a:solidFill>
                  <a:srgbClr val="143E37"/>
                </a:solidFill>
                <a:latin typeface="Arial"/>
                <a:ea typeface="Arial"/>
                <a:cs typeface="Arial"/>
              </a:defRPr>
            </a:lvl6pPr>
            <a:lvl7pPr>
              <a:defRPr sz="3225" b="1">
                <a:solidFill>
                  <a:srgbClr val="143E37"/>
                </a:solidFill>
                <a:latin typeface="Arial"/>
                <a:ea typeface="Arial"/>
                <a:cs typeface="Arial"/>
              </a:defRPr>
            </a:lvl7pPr>
            <a:lvl8pPr>
              <a:defRPr sz="3225" b="1">
                <a:solidFill>
                  <a:srgbClr val="143E37"/>
                </a:solidFill>
                <a:latin typeface="Arial"/>
                <a:ea typeface="Arial"/>
                <a:cs typeface="Arial"/>
              </a:defRPr>
            </a:lvl8pPr>
            <a:lvl9pPr>
              <a:defRPr sz="3225" b="1">
                <a:solidFill>
                  <a:srgbClr val="143E37"/>
                </a:solidFill>
                <a:latin typeface="Arial"/>
                <a:ea typeface="Arial"/>
                <a:cs typeface="Arial"/>
              </a:defRPr>
            </a:lvl9pPr>
          </a:lstStyle>
          <a:p xmlns:a="http://schemas.openxmlformats.org/drawingml/2006/main">
            <a:pPr>
              <a:defRPr sz="3225" b="1">
                <a:solidFill>
                  <a:srgbClr val="143E37"/>
                </a:solidFill>
                <a:latin typeface="Arial"/>
                <a:ea typeface="Arial"/>
                <a:cs typeface="Arial"/>
              </a:defRPr>
            </a:pPr>
            <a:r>
              <a:rPr sz="3225" b="1">
                <a:solidFill>
                  <a:srgbClr val="143E37"/>
                </a:solidFill>
                <a:latin typeface="Arial"/>
                <a:ea typeface="Arial"/>
                <a:cs typeface="Arial"/>
              </a:rPr>
              <a:t>Paylaşım için Intent kavramları</a:t>
            </a:r>
          </a:p>
        </p:txBody>
      </p:sp>
      <p:sp>
        <p:nvSpPr>
          <p:cNvPr id="3" name="Implicit Intent">
            <a:extLst xmlns:a="http://schemas.openxmlformats.org/drawingml/2006/main">
              <a:ext uri="{FF2B5EF4-FFF2-40B4-BE49-F238E27FC236}">
                <a16:creationId xmlns:a16="http://schemas.microsoft.com/office/drawing/2014/main" id="{70B38C86-7B60-484F-ABDC-D239E3D57049}"/>
              </a:ext>
            </a:extLst>
          </p:cNvPr>
          <p:cNvSpPr>
            <a:spLocks xmlns:a="http://schemas.openxmlformats.org/drawingml/2006/main" noGrp="1"/>
          </p:cNvSpPr>
          <p:nvPr/>
        </p:nvSpPr>
        <p:spPr>
          <a:xfrm xmlns:a="http://schemas.openxmlformats.org/drawingml/2006/main">
            <a:off x="609600" y="180022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9A3D57"/>
                </a:solidFill>
                <a:latin typeface="Arial"/>
                <a:ea typeface="Arial"/>
                <a:cs typeface="Arial"/>
              </a:defRPr>
            </a:defPPr>
            <a:lvl1pPr>
              <a:defRPr sz="2175" b="1">
                <a:solidFill>
                  <a:srgbClr val="9A3D57"/>
                </a:solidFill>
                <a:latin typeface="Arial"/>
                <a:ea typeface="Arial"/>
                <a:cs typeface="Arial"/>
              </a:defRPr>
            </a:lvl1pPr>
            <a:lvl2pPr>
              <a:defRPr sz="2175" b="1">
                <a:solidFill>
                  <a:srgbClr val="9A3D57"/>
                </a:solidFill>
                <a:latin typeface="Arial"/>
                <a:ea typeface="Arial"/>
                <a:cs typeface="Arial"/>
              </a:defRPr>
            </a:lvl2pPr>
            <a:lvl3pPr>
              <a:defRPr sz="2175" b="1">
                <a:solidFill>
                  <a:srgbClr val="9A3D57"/>
                </a:solidFill>
                <a:latin typeface="Arial"/>
                <a:ea typeface="Arial"/>
                <a:cs typeface="Arial"/>
              </a:defRPr>
            </a:lvl3pPr>
            <a:lvl4pPr>
              <a:defRPr sz="2175" b="1">
                <a:solidFill>
                  <a:srgbClr val="9A3D57"/>
                </a:solidFill>
                <a:latin typeface="Arial"/>
                <a:ea typeface="Arial"/>
                <a:cs typeface="Arial"/>
              </a:defRPr>
            </a:lvl4pPr>
            <a:lvl5pPr>
              <a:defRPr sz="2175" b="1">
                <a:solidFill>
                  <a:srgbClr val="9A3D57"/>
                </a:solidFill>
                <a:latin typeface="Arial"/>
                <a:ea typeface="Arial"/>
                <a:cs typeface="Arial"/>
              </a:defRPr>
            </a:lvl5pPr>
            <a:lvl6pPr>
              <a:defRPr sz="2175" b="1">
                <a:solidFill>
                  <a:srgbClr val="9A3D57"/>
                </a:solidFill>
                <a:latin typeface="Arial"/>
                <a:ea typeface="Arial"/>
                <a:cs typeface="Arial"/>
              </a:defRPr>
            </a:lvl6pPr>
            <a:lvl7pPr>
              <a:defRPr sz="2175" b="1">
                <a:solidFill>
                  <a:srgbClr val="9A3D57"/>
                </a:solidFill>
                <a:latin typeface="Arial"/>
                <a:ea typeface="Arial"/>
                <a:cs typeface="Arial"/>
              </a:defRPr>
            </a:lvl7pPr>
            <a:lvl8pPr>
              <a:defRPr sz="2175" b="1">
                <a:solidFill>
                  <a:srgbClr val="9A3D57"/>
                </a:solidFill>
                <a:latin typeface="Arial"/>
                <a:ea typeface="Arial"/>
                <a:cs typeface="Arial"/>
              </a:defRPr>
            </a:lvl8pPr>
            <a:lvl9pPr>
              <a:defRPr sz="2175" b="1">
                <a:solidFill>
                  <a:srgbClr val="9A3D57"/>
                </a:solidFill>
                <a:latin typeface="Arial"/>
                <a:ea typeface="Arial"/>
                <a:cs typeface="Arial"/>
              </a:defRPr>
            </a:lvl9pPr>
          </a:lstStyle>
          <a:p xmlns:a="http://schemas.openxmlformats.org/drawingml/2006/main">
            <a:pPr>
              <a:defRPr sz="2175" b="1">
                <a:solidFill>
                  <a:srgbClr val="9A3D57"/>
                </a:solidFill>
                <a:latin typeface="Arial"/>
                <a:ea typeface="Arial"/>
                <a:cs typeface="Arial"/>
              </a:defRPr>
            </a:pPr>
            <a:r>
              <a:rPr sz="2175" b="1">
                <a:solidFill>
                  <a:srgbClr val="9A3D57"/>
                </a:solidFill>
                <a:latin typeface="Arial"/>
                <a:ea typeface="Arial"/>
                <a:cs typeface="Arial"/>
              </a:rPr>
              <a:t>Implicit Intent</a:t>
            </a:r>
          </a:p>
        </p:txBody>
      </p:sp>
      <p:sp>
        <p:nvSpPr>
          <p:cNvPr id="4" name="Yapılacak işi belirtir, belirli bir uygulaman">
            <a:extLst xmlns:a="http://schemas.openxmlformats.org/drawingml/2006/main">
              <a:ext uri="{FF2B5EF4-FFF2-40B4-BE49-F238E27FC236}">
                <a16:creationId xmlns:a16="http://schemas.microsoft.com/office/drawing/2014/main" id="{3C84666C-1A96-4955-B385-9A32BFDE80A6}"/>
              </a:ext>
            </a:extLst>
          </p:cNvPr>
          <p:cNvSpPr>
            <a:spLocks xmlns:a="http://schemas.openxmlformats.org/drawingml/2006/main" noGrp="1"/>
          </p:cNvSpPr>
          <p:nvPr/>
        </p:nvSpPr>
        <p:spPr>
          <a:xfrm xmlns:a="http://schemas.openxmlformats.org/drawingml/2006/main">
            <a:off x="609600" y="220980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defRPr sz="2100" b="0">
                <a:solidFill>
                  <a:srgbClr val="183C36"/>
                </a:solidFill>
                <a:latin typeface="Arial"/>
                <a:ea typeface="Arial"/>
                <a:cs typeface="Arial"/>
              </a:defRPr>
            </a:lvl1pPr>
            <a:lvl2pPr>
              <a:defRPr sz="2100" b="0">
                <a:solidFill>
                  <a:srgbClr val="183C36"/>
                </a:solidFill>
                <a:latin typeface="Arial"/>
                <a:ea typeface="Arial"/>
                <a:cs typeface="Arial"/>
              </a:defRPr>
            </a:lvl2pPr>
            <a:lvl3pPr>
              <a:defRPr sz="2100" b="0">
                <a:solidFill>
                  <a:srgbClr val="183C36"/>
                </a:solidFill>
                <a:latin typeface="Arial"/>
                <a:ea typeface="Arial"/>
                <a:cs typeface="Arial"/>
              </a:defRPr>
            </a:lvl3pPr>
            <a:lvl4pPr>
              <a:defRPr sz="2100" b="0">
                <a:solidFill>
                  <a:srgbClr val="183C36"/>
                </a:solidFill>
                <a:latin typeface="Arial"/>
                <a:ea typeface="Arial"/>
                <a:cs typeface="Arial"/>
              </a:defRPr>
            </a:lvl4pPr>
            <a:lvl5pPr>
              <a:defRPr sz="2100" b="0">
                <a:solidFill>
                  <a:srgbClr val="183C36"/>
                </a:solidFill>
                <a:latin typeface="Arial"/>
                <a:ea typeface="Arial"/>
                <a:cs typeface="Arial"/>
              </a:defRPr>
            </a:lvl5pPr>
            <a:lvl6pPr>
              <a:defRPr sz="2100" b="0">
                <a:solidFill>
                  <a:srgbClr val="183C36"/>
                </a:solidFill>
                <a:latin typeface="Arial"/>
                <a:ea typeface="Arial"/>
                <a:cs typeface="Arial"/>
              </a:defRPr>
            </a:lvl6pPr>
            <a:lvl7pPr>
              <a:defRPr sz="2100" b="0">
                <a:solidFill>
                  <a:srgbClr val="183C36"/>
                </a:solidFill>
                <a:latin typeface="Arial"/>
                <a:ea typeface="Arial"/>
                <a:cs typeface="Arial"/>
              </a:defRPr>
            </a:lvl7pPr>
            <a:lvl8pPr>
              <a:defRPr sz="2100" b="0">
                <a:solidFill>
                  <a:srgbClr val="183C36"/>
                </a:solidFill>
                <a:latin typeface="Arial"/>
                <a:ea typeface="Arial"/>
                <a:cs typeface="Arial"/>
              </a:defRPr>
            </a:lvl8pPr>
            <a:lvl9pPr>
              <a:defRPr sz="2100" b="0">
                <a:solidFill>
                  <a:srgbClr val="183C36"/>
                </a:solidFill>
                <a:latin typeface="Arial"/>
                <a:ea typeface="Arial"/>
                <a:cs typeface="Arial"/>
              </a:defRPr>
            </a:lvl9pPr>
          </a:lstStyle>
          <a:p xmlns:a="http://schemas.openxmlformats.org/drawingml/2006/main">
            <a:pPr>
              <a:defRPr sz="2100" b="0">
                <a:solidFill>
                  <a:srgbClr val="183C36"/>
                </a:solidFill>
                <a:latin typeface="Arial"/>
                <a:ea typeface="Arial"/>
                <a:cs typeface="Arial"/>
              </a:defRPr>
            </a:pPr>
            <a:r>
              <a:rPr sz="2100" b="0">
                <a:solidFill>
                  <a:srgbClr val="183C36"/>
                </a:solidFill>
                <a:latin typeface="Arial"/>
                <a:ea typeface="Arial"/>
                <a:cs typeface="Arial"/>
              </a:rPr>
              <a:t>Yapılacak işi belirtir, belirli bir uygulamanın adını vermez. ACTION_SEND, paylaşım isteğini tanımlar.</a:t>
            </a:r>
          </a:p>
        </p:txBody>
      </p:sp>
      <p:sp>
        <p:nvSpPr>
          <p:cNvPr id="5" name="MIME türü ve EXTRA_TEXT">
            <a:extLst xmlns:a="http://schemas.openxmlformats.org/drawingml/2006/main">
              <a:ext uri="{FF2B5EF4-FFF2-40B4-BE49-F238E27FC236}">
                <a16:creationId xmlns:a16="http://schemas.microsoft.com/office/drawing/2014/main" id="{51350BC4-5B07-4B5D-ACAF-EA8173DA4927}"/>
              </a:ext>
            </a:extLst>
          </p:cNvPr>
          <p:cNvSpPr>
            <a:spLocks xmlns:a="http://schemas.openxmlformats.org/drawingml/2006/main" noGrp="1"/>
          </p:cNvSpPr>
          <p:nvPr/>
        </p:nvSpPr>
        <p:spPr>
          <a:xfrm xmlns:a="http://schemas.openxmlformats.org/drawingml/2006/main">
            <a:off x="609600" y="31908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9A3D57"/>
                </a:solidFill>
                <a:latin typeface="Arial"/>
                <a:ea typeface="Arial"/>
                <a:cs typeface="Arial"/>
              </a:defRPr>
            </a:defPPr>
            <a:lvl1pPr>
              <a:defRPr sz="2175" b="1">
                <a:solidFill>
                  <a:srgbClr val="9A3D57"/>
                </a:solidFill>
                <a:latin typeface="Arial"/>
                <a:ea typeface="Arial"/>
                <a:cs typeface="Arial"/>
              </a:defRPr>
            </a:lvl1pPr>
            <a:lvl2pPr>
              <a:defRPr sz="2175" b="1">
                <a:solidFill>
                  <a:srgbClr val="9A3D57"/>
                </a:solidFill>
                <a:latin typeface="Arial"/>
                <a:ea typeface="Arial"/>
                <a:cs typeface="Arial"/>
              </a:defRPr>
            </a:lvl2pPr>
            <a:lvl3pPr>
              <a:defRPr sz="2175" b="1">
                <a:solidFill>
                  <a:srgbClr val="9A3D57"/>
                </a:solidFill>
                <a:latin typeface="Arial"/>
                <a:ea typeface="Arial"/>
                <a:cs typeface="Arial"/>
              </a:defRPr>
            </a:lvl3pPr>
            <a:lvl4pPr>
              <a:defRPr sz="2175" b="1">
                <a:solidFill>
                  <a:srgbClr val="9A3D57"/>
                </a:solidFill>
                <a:latin typeface="Arial"/>
                <a:ea typeface="Arial"/>
                <a:cs typeface="Arial"/>
              </a:defRPr>
            </a:lvl4pPr>
            <a:lvl5pPr>
              <a:defRPr sz="2175" b="1">
                <a:solidFill>
                  <a:srgbClr val="9A3D57"/>
                </a:solidFill>
                <a:latin typeface="Arial"/>
                <a:ea typeface="Arial"/>
                <a:cs typeface="Arial"/>
              </a:defRPr>
            </a:lvl5pPr>
            <a:lvl6pPr>
              <a:defRPr sz="2175" b="1">
                <a:solidFill>
                  <a:srgbClr val="9A3D57"/>
                </a:solidFill>
                <a:latin typeface="Arial"/>
                <a:ea typeface="Arial"/>
                <a:cs typeface="Arial"/>
              </a:defRPr>
            </a:lvl6pPr>
            <a:lvl7pPr>
              <a:defRPr sz="2175" b="1">
                <a:solidFill>
                  <a:srgbClr val="9A3D57"/>
                </a:solidFill>
                <a:latin typeface="Arial"/>
                <a:ea typeface="Arial"/>
                <a:cs typeface="Arial"/>
              </a:defRPr>
            </a:lvl7pPr>
            <a:lvl8pPr>
              <a:defRPr sz="2175" b="1">
                <a:solidFill>
                  <a:srgbClr val="9A3D57"/>
                </a:solidFill>
                <a:latin typeface="Arial"/>
                <a:ea typeface="Arial"/>
                <a:cs typeface="Arial"/>
              </a:defRPr>
            </a:lvl8pPr>
            <a:lvl9pPr>
              <a:defRPr sz="2175" b="1">
                <a:solidFill>
                  <a:srgbClr val="9A3D57"/>
                </a:solidFill>
                <a:latin typeface="Arial"/>
                <a:ea typeface="Arial"/>
                <a:cs typeface="Arial"/>
              </a:defRPr>
            </a:lvl9pPr>
          </a:lstStyle>
          <a:p xmlns:a="http://schemas.openxmlformats.org/drawingml/2006/main">
            <a:pPr>
              <a:defRPr sz="2175" b="1">
                <a:solidFill>
                  <a:srgbClr val="9A3D57"/>
                </a:solidFill>
                <a:latin typeface="Arial"/>
                <a:ea typeface="Arial"/>
                <a:cs typeface="Arial"/>
              </a:defRPr>
            </a:pPr>
            <a:r>
              <a:rPr sz="2175" b="1">
                <a:solidFill>
                  <a:srgbClr val="9A3D57"/>
                </a:solidFill>
                <a:latin typeface="Arial"/>
                <a:ea typeface="Arial"/>
                <a:cs typeface="Arial"/>
              </a:rPr>
              <a:t>MIME türü ve EXTRA_TEXT</a:t>
            </a:r>
          </a:p>
        </p:txBody>
      </p:sp>
      <p:sp>
        <p:nvSpPr>
          <p:cNvPr id="6" name="text/plain, içeriğin düz metin olduğunu bildi">
            <a:extLst xmlns:a="http://schemas.openxmlformats.org/drawingml/2006/main">
              <a:ext uri="{FF2B5EF4-FFF2-40B4-BE49-F238E27FC236}">
                <a16:creationId xmlns:a16="http://schemas.microsoft.com/office/drawing/2014/main" id="{AA3298CB-D33F-4B06-900A-C2D0223CFF94}"/>
              </a:ext>
            </a:extLst>
          </p:cNvPr>
          <p:cNvSpPr>
            <a:spLocks xmlns:a="http://schemas.openxmlformats.org/drawingml/2006/main" noGrp="1"/>
          </p:cNvSpPr>
          <p:nvPr/>
        </p:nvSpPr>
        <p:spPr>
          <a:xfrm xmlns:a="http://schemas.openxmlformats.org/drawingml/2006/main">
            <a:off x="609600" y="360045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defRPr sz="2100" b="0">
                <a:solidFill>
                  <a:srgbClr val="183C36"/>
                </a:solidFill>
                <a:latin typeface="Arial"/>
                <a:ea typeface="Arial"/>
                <a:cs typeface="Arial"/>
              </a:defRPr>
            </a:lvl1pPr>
            <a:lvl2pPr>
              <a:defRPr sz="2100" b="0">
                <a:solidFill>
                  <a:srgbClr val="183C36"/>
                </a:solidFill>
                <a:latin typeface="Arial"/>
                <a:ea typeface="Arial"/>
                <a:cs typeface="Arial"/>
              </a:defRPr>
            </a:lvl2pPr>
            <a:lvl3pPr>
              <a:defRPr sz="2100" b="0">
                <a:solidFill>
                  <a:srgbClr val="183C36"/>
                </a:solidFill>
                <a:latin typeface="Arial"/>
                <a:ea typeface="Arial"/>
                <a:cs typeface="Arial"/>
              </a:defRPr>
            </a:lvl3pPr>
            <a:lvl4pPr>
              <a:defRPr sz="2100" b="0">
                <a:solidFill>
                  <a:srgbClr val="183C36"/>
                </a:solidFill>
                <a:latin typeface="Arial"/>
                <a:ea typeface="Arial"/>
                <a:cs typeface="Arial"/>
              </a:defRPr>
            </a:lvl4pPr>
            <a:lvl5pPr>
              <a:defRPr sz="2100" b="0">
                <a:solidFill>
                  <a:srgbClr val="183C36"/>
                </a:solidFill>
                <a:latin typeface="Arial"/>
                <a:ea typeface="Arial"/>
                <a:cs typeface="Arial"/>
              </a:defRPr>
            </a:lvl5pPr>
            <a:lvl6pPr>
              <a:defRPr sz="2100" b="0">
                <a:solidFill>
                  <a:srgbClr val="183C36"/>
                </a:solidFill>
                <a:latin typeface="Arial"/>
                <a:ea typeface="Arial"/>
                <a:cs typeface="Arial"/>
              </a:defRPr>
            </a:lvl6pPr>
            <a:lvl7pPr>
              <a:defRPr sz="2100" b="0">
                <a:solidFill>
                  <a:srgbClr val="183C36"/>
                </a:solidFill>
                <a:latin typeface="Arial"/>
                <a:ea typeface="Arial"/>
                <a:cs typeface="Arial"/>
              </a:defRPr>
            </a:lvl7pPr>
            <a:lvl8pPr>
              <a:defRPr sz="2100" b="0">
                <a:solidFill>
                  <a:srgbClr val="183C36"/>
                </a:solidFill>
                <a:latin typeface="Arial"/>
                <a:ea typeface="Arial"/>
                <a:cs typeface="Arial"/>
              </a:defRPr>
            </a:lvl8pPr>
            <a:lvl9pPr>
              <a:defRPr sz="2100" b="0">
                <a:solidFill>
                  <a:srgbClr val="183C36"/>
                </a:solidFill>
                <a:latin typeface="Arial"/>
                <a:ea typeface="Arial"/>
                <a:cs typeface="Arial"/>
              </a:defRPr>
            </a:lvl9pPr>
          </a:lstStyle>
          <a:p xmlns:a="http://schemas.openxmlformats.org/drawingml/2006/main">
            <a:pPr>
              <a:defRPr sz="2100" b="0">
                <a:solidFill>
                  <a:srgbClr val="183C36"/>
                </a:solidFill>
                <a:latin typeface="Arial"/>
                <a:ea typeface="Arial"/>
                <a:cs typeface="Arial"/>
              </a:defRPr>
            </a:pPr>
            <a:r>
              <a:rPr sz="2100" b="0">
                <a:solidFill>
                  <a:srgbClr val="183C36"/>
                </a:solidFill>
                <a:latin typeface="Arial"/>
                <a:ea typeface="Arial"/>
                <a:cs typeface="Arial"/>
              </a:rPr>
              <a:t>text/plain, içeriğin düz metin olduğunu bildirir. EXTRA_TEXT, gönderilecek başlık ve not metnini taşır.</a:t>
            </a:r>
          </a:p>
        </p:txBody>
      </p:sp>
      <p:sp>
        <p:nvSpPr>
          <p:cNvPr id="7" name="Chooser">
            <a:extLst xmlns:a="http://schemas.openxmlformats.org/drawingml/2006/main">
              <a:ext uri="{FF2B5EF4-FFF2-40B4-BE49-F238E27FC236}">
                <a16:creationId xmlns:a16="http://schemas.microsoft.com/office/drawing/2014/main" id="{6FD60137-0A54-46ED-959C-E0D933F86B7F}"/>
              </a:ext>
            </a:extLst>
          </p:cNvPr>
          <p:cNvSpPr>
            <a:spLocks xmlns:a="http://schemas.openxmlformats.org/drawingml/2006/main" noGrp="1"/>
          </p:cNvSpPr>
          <p:nvPr/>
        </p:nvSpPr>
        <p:spPr>
          <a:xfrm xmlns:a="http://schemas.openxmlformats.org/drawingml/2006/main">
            <a:off x="609600" y="458152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9A3D57"/>
                </a:solidFill>
                <a:latin typeface="Arial"/>
                <a:ea typeface="Arial"/>
                <a:cs typeface="Arial"/>
              </a:defRPr>
            </a:defPPr>
            <a:lvl1pPr>
              <a:defRPr sz="2175" b="1">
                <a:solidFill>
                  <a:srgbClr val="9A3D57"/>
                </a:solidFill>
                <a:latin typeface="Arial"/>
                <a:ea typeface="Arial"/>
                <a:cs typeface="Arial"/>
              </a:defRPr>
            </a:lvl1pPr>
            <a:lvl2pPr>
              <a:defRPr sz="2175" b="1">
                <a:solidFill>
                  <a:srgbClr val="9A3D57"/>
                </a:solidFill>
                <a:latin typeface="Arial"/>
                <a:ea typeface="Arial"/>
                <a:cs typeface="Arial"/>
              </a:defRPr>
            </a:lvl2pPr>
            <a:lvl3pPr>
              <a:defRPr sz="2175" b="1">
                <a:solidFill>
                  <a:srgbClr val="9A3D57"/>
                </a:solidFill>
                <a:latin typeface="Arial"/>
                <a:ea typeface="Arial"/>
                <a:cs typeface="Arial"/>
              </a:defRPr>
            </a:lvl3pPr>
            <a:lvl4pPr>
              <a:defRPr sz="2175" b="1">
                <a:solidFill>
                  <a:srgbClr val="9A3D57"/>
                </a:solidFill>
                <a:latin typeface="Arial"/>
                <a:ea typeface="Arial"/>
                <a:cs typeface="Arial"/>
              </a:defRPr>
            </a:lvl4pPr>
            <a:lvl5pPr>
              <a:defRPr sz="2175" b="1">
                <a:solidFill>
                  <a:srgbClr val="9A3D57"/>
                </a:solidFill>
                <a:latin typeface="Arial"/>
                <a:ea typeface="Arial"/>
                <a:cs typeface="Arial"/>
              </a:defRPr>
            </a:lvl5pPr>
            <a:lvl6pPr>
              <a:defRPr sz="2175" b="1">
                <a:solidFill>
                  <a:srgbClr val="9A3D57"/>
                </a:solidFill>
                <a:latin typeface="Arial"/>
                <a:ea typeface="Arial"/>
                <a:cs typeface="Arial"/>
              </a:defRPr>
            </a:lvl6pPr>
            <a:lvl7pPr>
              <a:defRPr sz="2175" b="1">
                <a:solidFill>
                  <a:srgbClr val="9A3D57"/>
                </a:solidFill>
                <a:latin typeface="Arial"/>
                <a:ea typeface="Arial"/>
                <a:cs typeface="Arial"/>
              </a:defRPr>
            </a:lvl7pPr>
            <a:lvl8pPr>
              <a:defRPr sz="2175" b="1">
                <a:solidFill>
                  <a:srgbClr val="9A3D57"/>
                </a:solidFill>
                <a:latin typeface="Arial"/>
                <a:ea typeface="Arial"/>
                <a:cs typeface="Arial"/>
              </a:defRPr>
            </a:lvl8pPr>
            <a:lvl9pPr>
              <a:defRPr sz="2175" b="1">
                <a:solidFill>
                  <a:srgbClr val="9A3D57"/>
                </a:solidFill>
                <a:latin typeface="Arial"/>
                <a:ea typeface="Arial"/>
                <a:cs typeface="Arial"/>
              </a:defRPr>
            </a:lvl9pPr>
          </a:lstStyle>
          <a:p xmlns:a="http://schemas.openxmlformats.org/drawingml/2006/main">
            <a:pPr>
              <a:defRPr sz="2175" b="1">
                <a:solidFill>
                  <a:srgbClr val="9A3D57"/>
                </a:solidFill>
                <a:latin typeface="Arial"/>
                <a:ea typeface="Arial"/>
                <a:cs typeface="Arial"/>
              </a:defRPr>
            </a:pPr>
            <a:r>
              <a:rPr sz="2175" b="1">
                <a:solidFill>
                  <a:srgbClr val="9A3D57"/>
                </a:solidFill>
                <a:latin typeface="Arial"/>
                <a:ea typeface="Arial"/>
                <a:cs typeface="Arial"/>
              </a:rPr>
              <a:t>Chooser</a:t>
            </a:r>
          </a:p>
        </p:txBody>
      </p:sp>
      <p:sp>
        <p:nvSpPr>
          <p:cNvPr id="8" name="Intent.createChooser, uygun paylaşım seçenekl">
            <a:extLst xmlns:a="http://schemas.openxmlformats.org/drawingml/2006/main">
              <a:ext uri="{FF2B5EF4-FFF2-40B4-BE49-F238E27FC236}">
                <a16:creationId xmlns:a16="http://schemas.microsoft.com/office/drawing/2014/main" id="{09EF3727-69B2-4636-AA9F-BBD4FC97195B}"/>
              </a:ext>
            </a:extLst>
          </p:cNvPr>
          <p:cNvSpPr>
            <a:spLocks xmlns:a="http://schemas.openxmlformats.org/drawingml/2006/main" noGrp="1"/>
          </p:cNvSpPr>
          <p:nvPr/>
        </p:nvSpPr>
        <p:spPr>
          <a:xfrm xmlns:a="http://schemas.openxmlformats.org/drawingml/2006/main">
            <a:off x="609600" y="4991100"/>
            <a:ext cx="1085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defRPr sz="2100" b="0">
                <a:solidFill>
                  <a:srgbClr val="183C36"/>
                </a:solidFill>
                <a:latin typeface="Arial"/>
                <a:ea typeface="Arial"/>
                <a:cs typeface="Arial"/>
              </a:defRPr>
            </a:lvl1pPr>
            <a:lvl2pPr>
              <a:defRPr sz="2100" b="0">
                <a:solidFill>
                  <a:srgbClr val="183C36"/>
                </a:solidFill>
                <a:latin typeface="Arial"/>
                <a:ea typeface="Arial"/>
                <a:cs typeface="Arial"/>
              </a:defRPr>
            </a:lvl2pPr>
            <a:lvl3pPr>
              <a:defRPr sz="2100" b="0">
                <a:solidFill>
                  <a:srgbClr val="183C36"/>
                </a:solidFill>
                <a:latin typeface="Arial"/>
                <a:ea typeface="Arial"/>
                <a:cs typeface="Arial"/>
              </a:defRPr>
            </a:lvl3pPr>
            <a:lvl4pPr>
              <a:defRPr sz="2100" b="0">
                <a:solidFill>
                  <a:srgbClr val="183C36"/>
                </a:solidFill>
                <a:latin typeface="Arial"/>
                <a:ea typeface="Arial"/>
                <a:cs typeface="Arial"/>
              </a:defRPr>
            </a:lvl4pPr>
            <a:lvl5pPr>
              <a:defRPr sz="2100" b="0">
                <a:solidFill>
                  <a:srgbClr val="183C36"/>
                </a:solidFill>
                <a:latin typeface="Arial"/>
                <a:ea typeface="Arial"/>
                <a:cs typeface="Arial"/>
              </a:defRPr>
            </a:lvl5pPr>
            <a:lvl6pPr>
              <a:defRPr sz="2100" b="0">
                <a:solidFill>
                  <a:srgbClr val="183C36"/>
                </a:solidFill>
                <a:latin typeface="Arial"/>
                <a:ea typeface="Arial"/>
                <a:cs typeface="Arial"/>
              </a:defRPr>
            </a:lvl6pPr>
            <a:lvl7pPr>
              <a:defRPr sz="2100" b="0">
                <a:solidFill>
                  <a:srgbClr val="183C36"/>
                </a:solidFill>
                <a:latin typeface="Arial"/>
                <a:ea typeface="Arial"/>
                <a:cs typeface="Arial"/>
              </a:defRPr>
            </a:lvl7pPr>
            <a:lvl8pPr>
              <a:defRPr sz="2100" b="0">
                <a:solidFill>
                  <a:srgbClr val="183C36"/>
                </a:solidFill>
                <a:latin typeface="Arial"/>
                <a:ea typeface="Arial"/>
                <a:cs typeface="Arial"/>
              </a:defRPr>
            </a:lvl8pPr>
            <a:lvl9pPr>
              <a:defRPr sz="2100" b="0">
                <a:solidFill>
                  <a:srgbClr val="183C36"/>
                </a:solidFill>
                <a:latin typeface="Arial"/>
                <a:ea typeface="Arial"/>
                <a:cs typeface="Arial"/>
              </a:defRPr>
            </a:lvl9pPr>
          </a:lstStyle>
          <a:p xmlns:a="http://schemas.openxmlformats.org/drawingml/2006/main">
            <a:pPr>
              <a:defRPr sz="2100" b="0">
                <a:solidFill>
                  <a:srgbClr val="183C36"/>
                </a:solidFill>
                <a:latin typeface="Arial"/>
                <a:ea typeface="Arial"/>
                <a:cs typeface="Arial"/>
              </a:defRPr>
            </a:pPr>
            <a:r>
              <a:rPr sz="2100" b="0">
                <a:solidFill>
                  <a:srgbClr val="183C36"/>
                </a:solidFill>
                <a:latin typeface="Arial"/>
                <a:ea typeface="Arial"/>
                <a:cs typeface="Arial"/>
              </a:rPr>
              <a:t>Intent.createChooser, uygun paylaşım seçeneklerini gösterir. Kullanıcı uygulamayı seçer veya menüyü iptal eder.</a:t>
            </a:r>
          </a:p>
        </p:txBody>
      </p:sp>
      <p:sp>
        <p:nvSpPr>
          <p:cNvPr id="9" name="">
            <a:extLst xmlns:a="http://schemas.openxmlformats.org/drawingml/2006/main">
              <a:ext uri="{FF2B5EF4-FFF2-40B4-BE49-F238E27FC236}">
                <a16:creationId xmlns:a16="http://schemas.microsoft.com/office/drawing/2014/main" id="{55814737-EB86-4356-8A2F-DAE861C671CE}"/>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defRPr sz="1275" b="0">
                <a:solidFill>
                  <a:srgbClr val="71827B"/>
                </a:solidFill>
                <a:latin typeface="Arial"/>
                <a:ea typeface="Arial"/>
                <a:cs typeface="Arial"/>
              </a:defRPr>
            </a:lvl1pPr>
            <a:lvl2pPr>
              <a:defRPr sz="1275" b="0">
                <a:solidFill>
                  <a:srgbClr val="71827B"/>
                </a:solidFill>
                <a:latin typeface="Arial"/>
                <a:ea typeface="Arial"/>
                <a:cs typeface="Arial"/>
              </a:defRPr>
            </a:lvl2pPr>
            <a:lvl3pPr>
              <a:defRPr sz="1275" b="0">
                <a:solidFill>
                  <a:srgbClr val="71827B"/>
                </a:solidFill>
                <a:latin typeface="Arial"/>
                <a:ea typeface="Arial"/>
                <a:cs typeface="Arial"/>
              </a:defRPr>
            </a:lvl3pPr>
            <a:lvl4pPr>
              <a:defRPr sz="1275" b="0">
                <a:solidFill>
                  <a:srgbClr val="71827B"/>
                </a:solidFill>
                <a:latin typeface="Arial"/>
                <a:ea typeface="Arial"/>
                <a:cs typeface="Arial"/>
              </a:defRPr>
            </a:lvl4pPr>
            <a:lvl5pPr>
              <a:defRPr sz="1275" b="0">
                <a:solidFill>
                  <a:srgbClr val="71827B"/>
                </a:solidFill>
                <a:latin typeface="Arial"/>
                <a:ea typeface="Arial"/>
                <a:cs typeface="Arial"/>
              </a:defRPr>
            </a:lvl5pPr>
            <a:lvl6pPr>
              <a:defRPr sz="1275" b="0">
                <a:solidFill>
                  <a:srgbClr val="71827B"/>
                </a:solidFill>
                <a:latin typeface="Arial"/>
                <a:ea typeface="Arial"/>
                <a:cs typeface="Arial"/>
              </a:defRPr>
            </a:lvl6pPr>
            <a:lvl7pPr>
              <a:defRPr sz="1275" b="0">
                <a:solidFill>
                  <a:srgbClr val="71827B"/>
                </a:solidFill>
                <a:latin typeface="Arial"/>
                <a:ea typeface="Arial"/>
                <a:cs typeface="Arial"/>
              </a:defRPr>
            </a:lvl7pPr>
            <a:lvl8pPr>
              <a:defRPr sz="1275" b="0">
                <a:solidFill>
                  <a:srgbClr val="71827B"/>
                </a:solidFill>
                <a:latin typeface="Arial"/>
                <a:ea typeface="Arial"/>
                <a:cs typeface="Arial"/>
              </a:defRPr>
            </a:lvl8pPr>
            <a:lvl9pPr>
              <a:defRPr sz="1275" b="0">
                <a:solidFill>
                  <a:srgbClr val="71827B"/>
                </a:solidFill>
                <a:latin typeface="Arial"/>
                <a:ea typeface="Arial"/>
                <a:cs typeface="Arial"/>
              </a:defRPr>
            </a:lvl9pPr>
          </a:lstStyle>
          <a:p xmlns:a="http://schemas.openxmlformats.org/drawingml/2006/main">
            <a:pPr>
              <a:defRPr sz="1275" b="0">
                <a:solidFill>
                  <a:srgbClr val="71827B"/>
                </a:solidFill>
                <a:latin typeface="Arial"/>
                <a:ea typeface="Arial"/>
                <a:cs typeface="Arial"/>
              </a:defRPr>
            </a:pPr>
            <a:r>
              <a:rPr sz="1275">
                <a:solidFill>
                  <a:srgbClr val="71827B"/>
                </a:solidFill>
                <a:latin typeface="Arial"/>
                <a:ea typeface="Arial"/>
                <a:cs typeface="Arial"/>
              </a:rPr>
              <a:t>20</a:t>
            </a:r>
          </a:p>
        </p:txBody>
      </p:sp>
    </p:spTree>
    <p:extLst>
      <p:ext uri="{BB962C8B-B14F-4D97-AF65-F5344CB8AC3E}">
        <p14:creationId xmlns:p14="http://schemas.microsoft.com/office/powerpoint/2010/main" val="112458118"/>
      </p:ext>
    </p:extLst>
  </p:cSld>
</p:sld>
</file>

<file path=ppt/slides/slide21.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GRUP 4 / YAPILACAKLAR">
            <a:extLst xmlns:a="http://schemas.openxmlformats.org/drawingml/2006/main">
              <a:ext uri="{FF2B5EF4-FFF2-40B4-BE49-F238E27FC236}">
                <a16:creationId xmlns:a16="http://schemas.microsoft.com/office/drawing/2014/main" id="{0B46CB64-4E0B-49F8-9F6E-3F62F0581568}"/>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3D57"/>
                </a:solidFill>
                <a:latin typeface="Arial"/>
                <a:ea typeface="Arial"/>
                <a:cs typeface="Arial"/>
              </a:defRPr>
            </a:defPPr>
            <a:lvl1pPr>
              <a:buNone/>
              <a:defRPr sz="1425" b="1">
                <a:solidFill>
                  <a:srgbClr val="9A3D57"/>
                </a:solidFill>
                <a:latin typeface="Arial"/>
                <a:ea typeface="Arial"/>
                <a:cs typeface="Arial"/>
              </a:defRPr>
            </a:lvl1pPr>
            <a:lvl2pPr>
              <a:buNone/>
              <a:defRPr sz="1425" b="1">
                <a:solidFill>
                  <a:srgbClr val="9A3D57"/>
                </a:solidFill>
                <a:latin typeface="Arial"/>
                <a:ea typeface="Arial"/>
                <a:cs typeface="Arial"/>
              </a:defRPr>
            </a:lvl2pPr>
            <a:lvl3pPr>
              <a:buNone/>
              <a:defRPr sz="1425" b="1">
                <a:solidFill>
                  <a:srgbClr val="9A3D57"/>
                </a:solidFill>
                <a:latin typeface="Arial"/>
                <a:ea typeface="Arial"/>
                <a:cs typeface="Arial"/>
              </a:defRPr>
            </a:lvl3pPr>
            <a:lvl4pPr>
              <a:buNone/>
              <a:defRPr sz="1425" b="1">
                <a:solidFill>
                  <a:srgbClr val="9A3D57"/>
                </a:solidFill>
                <a:latin typeface="Arial"/>
                <a:ea typeface="Arial"/>
                <a:cs typeface="Arial"/>
              </a:defRPr>
            </a:lvl4pPr>
            <a:lvl5pPr>
              <a:buNone/>
              <a:defRPr sz="1425" b="1">
                <a:solidFill>
                  <a:srgbClr val="9A3D57"/>
                </a:solidFill>
                <a:latin typeface="Arial"/>
                <a:ea typeface="Arial"/>
                <a:cs typeface="Arial"/>
              </a:defRPr>
            </a:lvl5pPr>
            <a:lvl6pPr>
              <a:buNone/>
              <a:defRPr sz="1425" b="1">
                <a:solidFill>
                  <a:srgbClr val="9A3D57"/>
                </a:solidFill>
                <a:latin typeface="Arial"/>
                <a:ea typeface="Arial"/>
                <a:cs typeface="Arial"/>
              </a:defRPr>
            </a:lvl6pPr>
            <a:lvl7pPr>
              <a:buNone/>
              <a:defRPr sz="1425" b="1">
                <a:solidFill>
                  <a:srgbClr val="9A3D57"/>
                </a:solidFill>
                <a:latin typeface="Arial"/>
                <a:ea typeface="Arial"/>
                <a:cs typeface="Arial"/>
              </a:defRPr>
            </a:lvl7pPr>
            <a:lvl8pPr>
              <a:buNone/>
              <a:defRPr sz="1425" b="1">
                <a:solidFill>
                  <a:srgbClr val="9A3D57"/>
                </a:solidFill>
                <a:latin typeface="Arial"/>
                <a:ea typeface="Arial"/>
                <a:cs typeface="Arial"/>
              </a:defRPr>
            </a:lvl8pPr>
            <a:lvl9pPr>
              <a:buNone/>
              <a:defRPr sz="1425" b="1">
                <a:solidFill>
                  <a:srgbClr val="9A3D57"/>
                </a:solidFill>
                <a:latin typeface="Arial"/>
                <a:ea typeface="Arial"/>
                <a:cs typeface="Arial"/>
              </a:defRPr>
            </a:lvl9pPr>
          </a:lstStyle>
          <a:p xmlns:a="http://schemas.openxmlformats.org/drawingml/2006/main">
            <a:pPr>
              <a:buNone/>
              <a:defRPr sz="1425" b="1">
                <a:solidFill>
                  <a:srgbClr val="9A3D57"/>
                </a:solidFill>
                <a:latin typeface="Arial"/>
                <a:ea typeface="Arial"/>
                <a:cs typeface="Arial"/>
              </a:defRPr>
            </a:pPr>
            <a:r>
              <a:rPr sz="1425" b="1">
                <a:solidFill>
                  <a:srgbClr val="9A3D57"/>
                </a:solidFill>
                <a:latin typeface="Arial"/>
                <a:ea typeface="Arial"/>
                <a:cs typeface="Arial"/>
              </a:rPr>
              <a:t>GRUP 4 / YAPILACAKLAR</a:t>
            </a:r>
          </a:p>
        </p:txBody>
      </p:sp>
      <p:sp>
        <p:nvSpPr>
          <p:cNvPr id="2" name="Not paylaşma">
            <a:extLst xmlns:a="http://schemas.openxmlformats.org/drawingml/2006/main">
              <a:ext uri="{FF2B5EF4-FFF2-40B4-BE49-F238E27FC236}">
                <a16:creationId xmlns:a16="http://schemas.microsoft.com/office/drawing/2014/main" id="{52A8A37B-D2EE-442C-82F2-181E0D85962E}"/>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Not paylaşma</a:t>
            </a:r>
          </a:p>
        </p:txBody>
      </p:sp>
      <p:sp>
        <p:nvSpPr>
          <p:cNvPr id="3" name="14">
            <a:extLst xmlns:a="http://schemas.openxmlformats.org/drawingml/2006/main">
              <a:ext uri="{FF2B5EF4-FFF2-40B4-BE49-F238E27FC236}">
                <a16:creationId xmlns:a16="http://schemas.microsoft.com/office/drawing/2014/main" id="{D75DDABC-1538-48ED-97EA-15CDD1E8230C}"/>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21</a:t>
            </a:r>
          </a:p>
        </p:txBody>
      </p:sp>
      <p:sp>
        <p:nvSpPr>
          <p:cNvPr id="4" name="Kullanıcı seçtiği notun metnini başka bi">
            <a:extLst xmlns:a="http://schemas.openxmlformats.org/drawingml/2006/main">
              <a:ext uri="{FF2B5EF4-FFF2-40B4-BE49-F238E27FC236}">
                <a16:creationId xmlns:a16="http://schemas.microsoft.com/office/drawing/2014/main" id="{6396B7BA-BF4C-45B1-88E3-45174D63BF90}"/>
              </a:ext>
            </a:extLst>
          </p:cNvPr>
          <p:cNvSpPr>
            <a:spLocks xmlns:a="http://schemas.openxmlformats.org/drawingml/2006/main" noGrp="1"/>
          </p:cNvSpPr>
          <p:nvPr/>
        </p:nvSpPr>
        <p:spPr>
          <a:xfrm xmlns:a="http://schemas.openxmlformats.org/drawingml/2006/main">
            <a:off x="609600" y="16478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A3D57"/>
                </a:solidFill>
                <a:latin typeface="Arial"/>
                <a:ea typeface="Arial"/>
                <a:cs typeface="Arial"/>
              </a:defRPr>
            </a:defPPr>
            <a:lvl1pPr>
              <a:buNone/>
              <a:defRPr sz="2025" b="1">
                <a:solidFill>
                  <a:srgbClr val="9A3D57"/>
                </a:solidFill>
                <a:latin typeface="Arial"/>
                <a:ea typeface="Arial"/>
                <a:cs typeface="Arial"/>
              </a:defRPr>
            </a:lvl1pPr>
            <a:lvl2pPr>
              <a:buNone/>
              <a:defRPr sz="2025" b="1">
                <a:solidFill>
                  <a:srgbClr val="9A3D57"/>
                </a:solidFill>
                <a:latin typeface="Arial"/>
                <a:ea typeface="Arial"/>
                <a:cs typeface="Arial"/>
              </a:defRPr>
            </a:lvl2pPr>
            <a:lvl3pPr>
              <a:buNone/>
              <a:defRPr sz="2025" b="1">
                <a:solidFill>
                  <a:srgbClr val="9A3D57"/>
                </a:solidFill>
                <a:latin typeface="Arial"/>
                <a:ea typeface="Arial"/>
                <a:cs typeface="Arial"/>
              </a:defRPr>
            </a:lvl3pPr>
            <a:lvl4pPr>
              <a:buNone/>
              <a:defRPr sz="2025" b="1">
                <a:solidFill>
                  <a:srgbClr val="9A3D57"/>
                </a:solidFill>
                <a:latin typeface="Arial"/>
                <a:ea typeface="Arial"/>
                <a:cs typeface="Arial"/>
              </a:defRPr>
            </a:lvl4pPr>
            <a:lvl5pPr>
              <a:buNone/>
              <a:defRPr sz="2025" b="1">
                <a:solidFill>
                  <a:srgbClr val="9A3D57"/>
                </a:solidFill>
                <a:latin typeface="Arial"/>
                <a:ea typeface="Arial"/>
                <a:cs typeface="Arial"/>
              </a:defRPr>
            </a:lvl5pPr>
            <a:lvl6pPr>
              <a:buNone/>
              <a:defRPr sz="2025" b="1">
                <a:solidFill>
                  <a:srgbClr val="9A3D57"/>
                </a:solidFill>
                <a:latin typeface="Arial"/>
                <a:ea typeface="Arial"/>
                <a:cs typeface="Arial"/>
              </a:defRPr>
            </a:lvl6pPr>
            <a:lvl7pPr>
              <a:buNone/>
              <a:defRPr sz="2025" b="1">
                <a:solidFill>
                  <a:srgbClr val="9A3D57"/>
                </a:solidFill>
                <a:latin typeface="Arial"/>
                <a:ea typeface="Arial"/>
                <a:cs typeface="Arial"/>
              </a:defRPr>
            </a:lvl7pPr>
            <a:lvl8pPr>
              <a:buNone/>
              <a:defRPr sz="2025" b="1">
                <a:solidFill>
                  <a:srgbClr val="9A3D57"/>
                </a:solidFill>
                <a:latin typeface="Arial"/>
                <a:ea typeface="Arial"/>
                <a:cs typeface="Arial"/>
              </a:defRPr>
            </a:lvl8pPr>
            <a:lvl9pPr>
              <a:buNone/>
              <a:defRPr sz="2025" b="1">
                <a:solidFill>
                  <a:srgbClr val="9A3D57"/>
                </a:solidFill>
                <a:latin typeface="Arial"/>
                <a:ea typeface="Arial"/>
                <a:cs typeface="Arial"/>
              </a:defRPr>
            </a:lvl9pPr>
          </a:lstStyle>
          <a:p xmlns:a="http://schemas.openxmlformats.org/drawingml/2006/main">
            <a:pPr>
              <a:buNone/>
              <a:defRPr sz="2025" b="1">
                <a:solidFill>
                  <a:srgbClr val="9A3D57"/>
                </a:solidFill>
                <a:latin typeface="Arial"/>
                <a:ea typeface="Arial"/>
                <a:cs typeface="Arial"/>
              </a:defRPr>
            </a:pPr>
            <a:r>
              <a:rPr sz="2025" b="1">
                <a:solidFill>
                  <a:srgbClr val="9A3D57"/>
                </a:solidFill>
                <a:latin typeface="Arial"/>
                <a:ea typeface="Arial"/>
                <a:cs typeface="Arial"/>
              </a:rPr>
              <a:t>Kullanıcı seçtiği notun metnini başka bir uygulamaya aktarabilecek.</a:t>
            </a:r>
          </a:p>
        </p:txBody>
      </p:sp>
      <p:sp>
        <p:nvSpPr>
          <p:cNvPr id="5" name="1.  Satıra veya ayrıntıya Paylaş düğmesi">
            <a:extLst xmlns:a="http://schemas.openxmlformats.org/drawingml/2006/main">
              <a:ext uri="{FF2B5EF4-FFF2-40B4-BE49-F238E27FC236}">
                <a16:creationId xmlns:a16="http://schemas.microsoft.com/office/drawing/2014/main" id="{8AA9D69F-0583-42B5-A653-18DE7DD59B8D}"/>
              </a:ext>
            </a:extLst>
          </p:cNvPr>
          <p:cNvSpPr>
            <a:spLocks xmlns:a="http://schemas.openxmlformats.org/drawingml/2006/main" noGrp="1"/>
          </p:cNvSpPr>
          <p:nvPr/>
        </p:nvSpPr>
        <p:spPr>
          <a:xfrm xmlns:a="http://schemas.openxmlformats.org/drawingml/2006/main">
            <a:off x="609600" y="2343150"/>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1.  Satıra veya ayrıntıya Paylaş düğmesi ekleyin.</a:t>
            </a:r>
          </a:p>
        </p:txBody>
      </p:sp>
      <p:sp>
        <p:nvSpPr>
          <p:cNvPr id="6" name="2.  Başlık ve metni tek paylaşım metni o">
            <a:extLst xmlns:a="http://schemas.openxmlformats.org/drawingml/2006/main">
              <a:ext uri="{FF2B5EF4-FFF2-40B4-BE49-F238E27FC236}">
                <a16:creationId xmlns:a16="http://schemas.microsoft.com/office/drawing/2014/main" id="{83D2FE09-9589-4EAB-8EC3-8549BC0F3695}"/>
              </a:ext>
            </a:extLst>
          </p:cNvPr>
          <p:cNvSpPr>
            <a:spLocks xmlns:a="http://schemas.openxmlformats.org/drawingml/2006/main" noGrp="1"/>
          </p:cNvSpPr>
          <p:nvPr/>
        </p:nvSpPr>
        <p:spPr>
          <a:xfrm xmlns:a="http://schemas.openxmlformats.org/drawingml/2006/main">
            <a:off x="609600" y="3209925"/>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2.  Başlık ve metni tek paylaşım metni olarak hazırlayın.</a:t>
            </a:r>
          </a:p>
        </p:txBody>
      </p:sp>
      <p:sp>
        <p:nvSpPr>
          <p:cNvPr id="7" name="3.  ACTION_SEND, text/plain ve EXTRA_TEX">
            <a:extLst xmlns:a="http://schemas.openxmlformats.org/drawingml/2006/main">
              <a:ext uri="{FF2B5EF4-FFF2-40B4-BE49-F238E27FC236}">
                <a16:creationId xmlns:a16="http://schemas.microsoft.com/office/drawing/2014/main" id="{5BE659A9-E8E1-4330-B804-954E75B7481B}"/>
              </a:ext>
            </a:extLst>
          </p:cNvPr>
          <p:cNvSpPr>
            <a:spLocks xmlns:a="http://schemas.openxmlformats.org/drawingml/2006/main" noGrp="1"/>
          </p:cNvSpPr>
          <p:nvPr/>
        </p:nvSpPr>
        <p:spPr>
          <a:xfrm xmlns:a="http://schemas.openxmlformats.org/drawingml/2006/main">
            <a:off x="609600" y="4076700"/>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3.  ACTION_SEND, text/plain ve EXTRA_TEXT ile paylaşım Intent’i oluşturun.</a:t>
            </a:r>
          </a:p>
        </p:txBody>
      </p:sp>
      <p:sp>
        <p:nvSpPr>
          <p:cNvPr id="8" name="4.  Intent.createChooser ile sistem menü">
            <a:extLst xmlns:a="http://schemas.openxmlformats.org/drawingml/2006/main">
              <a:ext uri="{FF2B5EF4-FFF2-40B4-BE49-F238E27FC236}">
                <a16:creationId xmlns:a16="http://schemas.microsoft.com/office/drawing/2014/main" id="{84B36E93-3C3D-4FD0-B811-2FA072F9515D}"/>
              </a:ext>
            </a:extLst>
          </p:cNvPr>
          <p:cNvSpPr>
            <a:spLocks xmlns:a="http://schemas.openxmlformats.org/drawingml/2006/main" noGrp="1"/>
          </p:cNvSpPr>
          <p:nvPr/>
        </p:nvSpPr>
        <p:spPr>
          <a:xfrm xmlns:a="http://schemas.openxmlformats.org/drawingml/2006/main">
            <a:off x="609600" y="4943475"/>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4.  Intent.createChooser ile sistem menüsünü açın. İptalde notu koruyun.</a:t>
            </a:r>
          </a:p>
        </p:txBody>
      </p:sp>
    </p:spTree>
    <p:extLst>
      <p:ext uri="{BB962C8B-B14F-4D97-AF65-F5344CB8AC3E}">
        <p14:creationId xmlns:p14="http://schemas.microsoft.com/office/powerpoint/2010/main" val="1283635297"/>
      </p:ext>
    </p:extLst>
  </p:cSld>
</p:sld>
</file>

<file path=ppt/slides/slide2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GRUP 4 / HEDEF EKRAN TASLAĞI">
            <a:extLst xmlns:a="http://schemas.openxmlformats.org/drawingml/2006/main">
              <a:ext uri="{FF2B5EF4-FFF2-40B4-BE49-F238E27FC236}">
                <a16:creationId xmlns:a16="http://schemas.microsoft.com/office/drawing/2014/main" id="{57465F34-EE63-4541-98F1-10FC285D924B}"/>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3D57"/>
                </a:solidFill>
                <a:latin typeface="Arial"/>
                <a:ea typeface="Arial"/>
                <a:cs typeface="Arial"/>
              </a:defRPr>
            </a:defPPr>
            <a:lvl1pPr>
              <a:buNone/>
              <a:defRPr sz="1425" b="1">
                <a:solidFill>
                  <a:srgbClr val="9A3D57"/>
                </a:solidFill>
                <a:latin typeface="Arial"/>
                <a:ea typeface="Arial"/>
                <a:cs typeface="Arial"/>
              </a:defRPr>
            </a:lvl1pPr>
            <a:lvl2pPr>
              <a:buNone/>
              <a:defRPr sz="1425" b="1">
                <a:solidFill>
                  <a:srgbClr val="9A3D57"/>
                </a:solidFill>
                <a:latin typeface="Arial"/>
                <a:ea typeface="Arial"/>
                <a:cs typeface="Arial"/>
              </a:defRPr>
            </a:lvl2pPr>
            <a:lvl3pPr>
              <a:buNone/>
              <a:defRPr sz="1425" b="1">
                <a:solidFill>
                  <a:srgbClr val="9A3D57"/>
                </a:solidFill>
                <a:latin typeface="Arial"/>
                <a:ea typeface="Arial"/>
                <a:cs typeface="Arial"/>
              </a:defRPr>
            </a:lvl3pPr>
            <a:lvl4pPr>
              <a:buNone/>
              <a:defRPr sz="1425" b="1">
                <a:solidFill>
                  <a:srgbClr val="9A3D57"/>
                </a:solidFill>
                <a:latin typeface="Arial"/>
                <a:ea typeface="Arial"/>
                <a:cs typeface="Arial"/>
              </a:defRPr>
            </a:lvl4pPr>
            <a:lvl5pPr>
              <a:buNone/>
              <a:defRPr sz="1425" b="1">
                <a:solidFill>
                  <a:srgbClr val="9A3D57"/>
                </a:solidFill>
                <a:latin typeface="Arial"/>
                <a:ea typeface="Arial"/>
                <a:cs typeface="Arial"/>
              </a:defRPr>
            </a:lvl5pPr>
            <a:lvl6pPr>
              <a:buNone/>
              <a:defRPr sz="1425" b="1">
                <a:solidFill>
                  <a:srgbClr val="9A3D57"/>
                </a:solidFill>
                <a:latin typeface="Arial"/>
                <a:ea typeface="Arial"/>
                <a:cs typeface="Arial"/>
              </a:defRPr>
            </a:lvl6pPr>
            <a:lvl7pPr>
              <a:buNone/>
              <a:defRPr sz="1425" b="1">
                <a:solidFill>
                  <a:srgbClr val="9A3D57"/>
                </a:solidFill>
                <a:latin typeface="Arial"/>
                <a:ea typeface="Arial"/>
                <a:cs typeface="Arial"/>
              </a:defRPr>
            </a:lvl7pPr>
            <a:lvl8pPr>
              <a:buNone/>
              <a:defRPr sz="1425" b="1">
                <a:solidFill>
                  <a:srgbClr val="9A3D57"/>
                </a:solidFill>
                <a:latin typeface="Arial"/>
                <a:ea typeface="Arial"/>
                <a:cs typeface="Arial"/>
              </a:defRPr>
            </a:lvl8pPr>
            <a:lvl9pPr>
              <a:buNone/>
              <a:defRPr sz="1425" b="1">
                <a:solidFill>
                  <a:srgbClr val="9A3D57"/>
                </a:solidFill>
                <a:latin typeface="Arial"/>
                <a:ea typeface="Arial"/>
                <a:cs typeface="Arial"/>
              </a:defRPr>
            </a:lvl9pPr>
          </a:lstStyle>
          <a:p xmlns:a="http://schemas.openxmlformats.org/drawingml/2006/main">
            <a:pPr>
              <a:buNone/>
              <a:defRPr sz="1425" b="1">
                <a:solidFill>
                  <a:srgbClr val="9A3D57"/>
                </a:solidFill>
                <a:latin typeface="Arial"/>
                <a:ea typeface="Arial"/>
                <a:cs typeface="Arial"/>
              </a:defRPr>
            </a:pPr>
            <a:r>
              <a:rPr sz="1425" b="1">
                <a:solidFill>
                  <a:srgbClr val="9A3D57"/>
                </a:solidFill>
                <a:latin typeface="Arial"/>
                <a:ea typeface="Arial"/>
                <a:cs typeface="Arial"/>
              </a:rPr>
              <a:t>GRUP 4 / HEDEF EKRAN TASLAĞI</a:t>
            </a:r>
          </a:p>
        </p:txBody>
      </p:sp>
      <p:sp>
        <p:nvSpPr>
          <p:cNvPr id="2" name="Not paylaşma ekranları">
            <a:extLst xmlns:a="http://schemas.openxmlformats.org/drawingml/2006/main">
              <a:ext uri="{FF2B5EF4-FFF2-40B4-BE49-F238E27FC236}">
                <a16:creationId xmlns:a16="http://schemas.microsoft.com/office/drawing/2014/main" id="{4A04A956-2570-4D52-A49E-2BC6BD94D34B}"/>
              </a:ext>
            </a:extLst>
          </p:cNvPr>
          <p:cNvSpPr>
            <a:spLocks xmlns:a="http://schemas.openxmlformats.org/drawingml/2006/main" noGrp="1"/>
          </p:cNvSpPr>
          <p:nvPr/>
        </p:nvSpPr>
        <p:spPr>
          <a:xfrm xmlns:a="http://schemas.openxmlformats.org/drawingml/2006/main">
            <a:off x="609600" y="781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Not paylaşma ekranları</a:t>
            </a:r>
          </a:p>
        </p:txBody>
      </p:sp>
      <p:sp>
        <p:nvSpPr>
          <p:cNvPr id="3" name="Not ayrıntısı">
            <a:extLst xmlns:a="http://schemas.openxmlformats.org/drawingml/2006/main">
              <a:ext uri="{FF2B5EF4-FFF2-40B4-BE49-F238E27FC236}">
                <a16:creationId xmlns:a16="http://schemas.microsoft.com/office/drawing/2014/main" id="{EC35FD72-121F-46DC-A2F4-C19DF14FAA57}"/>
              </a:ext>
            </a:extLst>
          </p:cNvPr>
          <p:cNvSpPr>
            <a:spLocks xmlns:a="http://schemas.openxmlformats.org/drawingml/2006/main" noGrp="1"/>
          </p:cNvSpPr>
          <p:nvPr/>
        </p:nvSpPr>
        <p:spPr>
          <a:xfrm xmlns:a="http://schemas.openxmlformats.org/drawingml/2006/main">
            <a:off x="609600" y="172402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9A3D57"/>
                </a:solidFill>
                <a:latin typeface="Arial"/>
                <a:ea typeface="Arial"/>
                <a:cs typeface="Arial"/>
              </a:defRPr>
            </a:defPPr>
            <a:lvl1pPr>
              <a:buNone/>
              <a:defRPr sz="2100" b="1">
                <a:solidFill>
                  <a:srgbClr val="9A3D57"/>
                </a:solidFill>
                <a:latin typeface="Arial"/>
                <a:ea typeface="Arial"/>
                <a:cs typeface="Arial"/>
              </a:defRPr>
            </a:lvl1pPr>
            <a:lvl2pPr>
              <a:buNone/>
              <a:defRPr sz="2100" b="1">
                <a:solidFill>
                  <a:srgbClr val="9A3D57"/>
                </a:solidFill>
                <a:latin typeface="Arial"/>
                <a:ea typeface="Arial"/>
                <a:cs typeface="Arial"/>
              </a:defRPr>
            </a:lvl2pPr>
            <a:lvl3pPr>
              <a:buNone/>
              <a:defRPr sz="2100" b="1">
                <a:solidFill>
                  <a:srgbClr val="9A3D57"/>
                </a:solidFill>
                <a:latin typeface="Arial"/>
                <a:ea typeface="Arial"/>
                <a:cs typeface="Arial"/>
              </a:defRPr>
            </a:lvl3pPr>
            <a:lvl4pPr>
              <a:buNone/>
              <a:defRPr sz="2100" b="1">
                <a:solidFill>
                  <a:srgbClr val="9A3D57"/>
                </a:solidFill>
                <a:latin typeface="Arial"/>
                <a:ea typeface="Arial"/>
                <a:cs typeface="Arial"/>
              </a:defRPr>
            </a:lvl4pPr>
            <a:lvl5pPr>
              <a:buNone/>
              <a:defRPr sz="2100" b="1">
                <a:solidFill>
                  <a:srgbClr val="9A3D57"/>
                </a:solidFill>
                <a:latin typeface="Arial"/>
                <a:ea typeface="Arial"/>
                <a:cs typeface="Arial"/>
              </a:defRPr>
            </a:lvl5pPr>
            <a:lvl6pPr>
              <a:buNone/>
              <a:defRPr sz="2100" b="1">
                <a:solidFill>
                  <a:srgbClr val="9A3D57"/>
                </a:solidFill>
                <a:latin typeface="Arial"/>
                <a:ea typeface="Arial"/>
                <a:cs typeface="Arial"/>
              </a:defRPr>
            </a:lvl6pPr>
            <a:lvl7pPr>
              <a:buNone/>
              <a:defRPr sz="2100" b="1">
                <a:solidFill>
                  <a:srgbClr val="9A3D57"/>
                </a:solidFill>
                <a:latin typeface="Arial"/>
                <a:ea typeface="Arial"/>
                <a:cs typeface="Arial"/>
              </a:defRPr>
            </a:lvl7pPr>
            <a:lvl8pPr>
              <a:buNone/>
              <a:defRPr sz="2100" b="1">
                <a:solidFill>
                  <a:srgbClr val="9A3D57"/>
                </a:solidFill>
                <a:latin typeface="Arial"/>
                <a:ea typeface="Arial"/>
                <a:cs typeface="Arial"/>
              </a:defRPr>
            </a:lvl8pPr>
            <a:lvl9pPr>
              <a:buNone/>
              <a:defRPr sz="2100" b="1">
                <a:solidFill>
                  <a:srgbClr val="9A3D57"/>
                </a:solidFill>
                <a:latin typeface="Arial"/>
                <a:ea typeface="Arial"/>
                <a:cs typeface="Arial"/>
              </a:defRPr>
            </a:lvl9pPr>
          </a:lstStyle>
          <a:p xmlns:a="http://schemas.openxmlformats.org/drawingml/2006/main">
            <a:pPr>
              <a:buNone/>
              <a:defRPr sz="2100" b="1">
                <a:solidFill>
                  <a:srgbClr val="9A3D57"/>
                </a:solidFill>
                <a:latin typeface="Arial"/>
                <a:ea typeface="Arial"/>
                <a:cs typeface="Arial"/>
              </a:defRPr>
            </a:pPr>
            <a:r>
              <a:rPr sz="2100" b="1">
                <a:solidFill>
                  <a:srgbClr val="9A3D57"/>
                </a:solidFill>
                <a:latin typeface="Arial"/>
                <a:ea typeface="Arial"/>
                <a:cs typeface="Arial"/>
              </a:rPr>
              <a:t>Not ayrıntısı</a:t>
            </a:r>
          </a:p>
        </p:txBody>
      </p:sp>
      <p:sp>
        <p:nvSpPr>
          <p:cNvPr id="4" name="Android paylaşım menüsü">
            <a:extLst xmlns:a="http://schemas.openxmlformats.org/drawingml/2006/main">
              <a:ext uri="{FF2B5EF4-FFF2-40B4-BE49-F238E27FC236}">
                <a16:creationId xmlns:a16="http://schemas.microsoft.com/office/drawing/2014/main" id="{8C42C75B-FAEC-49C0-85DE-603A140D1D14}"/>
              </a:ext>
            </a:extLst>
          </p:cNvPr>
          <p:cNvSpPr>
            <a:spLocks xmlns:a="http://schemas.openxmlformats.org/drawingml/2006/main" noGrp="1"/>
          </p:cNvSpPr>
          <p:nvPr/>
        </p:nvSpPr>
        <p:spPr>
          <a:xfrm xmlns:a="http://schemas.openxmlformats.org/drawingml/2006/main">
            <a:off x="4457700" y="1724025"/>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9A3D57"/>
                </a:solidFill>
                <a:latin typeface="Arial"/>
                <a:ea typeface="Arial"/>
                <a:cs typeface="Arial"/>
              </a:defRPr>
            </a:defPPr>
            <a:lvl1pPr>
              <a:buNone/>
              <a:defRPr sz="2100" b="1">
                <a:solidFill>
                  <a:srgbClr val="9A3D57"/>
                </a:solidFill>
                <a:latin typeface="Arial"/>
                <a:ea typeface="Arial"/>
                <a:cs typeface="Arial"/>
              </a:defRPr>
            </a:lvl1pPr>
            <a:lvl2pPr>
              <a:buNone/>
              <a:defRPr sz="2100" b="1">
                <a:solidFill>
                  <a:srgbClr val="9A3D57"/>
                </a:solidFill>
                <a:latin typeface="Arial"/>
                <a:ea typeface="Arial"/>
                <a:cs typeface="Arial"/>
              </a:defRPr>
            </a:lvl2pPr>
            <a:lvl3pPr>
              <a:buNone/>
              <a:defRPr sz="2100" b="1">
                <a:solidFill>
                  <a:srgbClr val="9A3D57"/>
                </a:solidFill>
                <a:latin typeface="Arial"/>
                <a:ea typeface="Arial"/>
                <a:cs typeface="Arial"/>
              </a:defRPr>
            </a:lvl3pPr>
            <a:lvl4pPr>
              <a:buNone/>
              <a:defRPr sz="2100" b="1">
                <a:solidFill>
                  <a:srgbClr val="9A3D57"/>
                </a:solidFill>
                <a:latin typeface="Arial"/>
                <a:ea typeface="Arial"/>
                <a:cs typeface="Arial"/>
              </a:defRPr>
            </a:lvl4pPr>
            <a:lvl5pPr>
              <a:buNone/>
              <a:defRPr sz="2100" b="1">
                <a:solidFill>
                  <a:srgbClr val="9A3D57"/>
                </a:solidFill>
                <a:latin typeface="Arial"/>
                <a:ea typeface="Arial"/>
                <a:cs typeface="Arial"/>
              </a:defRPr>
            </a:lvl5pPr>
            <a:lvl6pPr>
              <a:buNone/>
              <a:defRPr sz="2100" b="1">
                <a:solidFill>
                  <a:srgbClr val="9A3D57"/>
                </a:solidFill>
                <a:latin typeface="Arial"/>
                <a:ea typeface="Arial"/>
                <a:cs typeface="Arial"/>
              </a:defRPr>
            </a:lvl6pPr>
            <a:lvl7pPr>
              <a:buNone/>
              <a:defRPr sz="2100" b="1">
                <a:solidFill>
                  <a:srgbClr val="9A3D57"/>
                </a:solidFill>
                <a:latin typeface="Arial"/>
                <a:ea typeface="Arial"/>
                <a:cs typeface="Arial"/>
              </a:defRPr>
            </a:lvl7pPr>
            <a:lvl8pPr>
              <a:buNone/>
              <a:defRPr sz="2100" b="1">
                <a:solidFill>
                  <a:srgbClr val="9A3D57"/>
                </a:solidFill>
                <a:latin typeface="Arial"/>
                <a:ea typeface="Arial"/>
                <a:cs typeface="Arial"/>
              </a:defRPr>
            </a:lvl8pPr>
            <a:lvl9pPr>
              <a:buNone/>
              <a:defRPr sz="2100" b="1">
                <a:solidFill>
                  <a:srgbClr val="9A3D57"/>
                </a:solidFill>
                <a:latin typeface="Arial"/>
                <a:ea typeface="Arial"/>
                <a:cs typeface="Arial"/>
              </a:defRPr>
            </a:lvl9pPr>
          </a:lstStyle>
          <a:p xmlns:a="http://schemas.openxmlformats.org/drawingml/2006/main">
            <a:pPr>
              <a:buNone/>
              <a:defRPr sz="2100" b="1">
                <a:solidFill>
                  <a:srgbClr val="9A3D57"/>
                </a:solidFill>
                <a:latin typeface="Arial"/>
                <a:ea typeface="Arial"/>
                <a:cs typeface="Arial"/>
              </a:defRPr>
            </a:pPr>
            <a:r>
              <a:rPr sz="2100" b="1">
                <a:solidFill>
                  <a:srgbClr val="9A3D57"/>
                </a:solidFill>
                <a:latin typeface="Arial"/>
                <a:ea typeface="Arial"/>
                <a:cs typeface="Arial"/>
              </a:rPr>
              <a:t>Android paylaşım menüsü</a:t>
            </a:r>
          </a:p>
        </p:txBody>
      </p:sp>
      <p:pic>
        <p:nvPicPr>
          <p:cNvPr id="5" name="">
            <a:extLst xmlns:a="http://schemas.openxmlformats.org/drawingml/2006/main">
              <a:ext uri="{FF2B5EF4-FFF2-40B4-BE49-F238E27FC236}">
                <a16:creationId xmlns:a16="http://schemas.microsoft.com/office/drawing/2014/main" id="{80A79D17-C48A-47FF-B5DB-CAE28C3E0311}"/>
              </a:ext>
            </a:extLst>
          </p:cNvPr>
          <p:cNvPicPr>
            <a:picLocks xmlns:a="http://schemas.openxmlformats.org/drawingml/2006/main" noChangeAspect="1"/>
          </p:cNvPicPr>
          <p:nvPr/>
        </p:nvPicPr>
        <p:blipFill>
          <a:blip xmlns:r="http://schemas.openxmlformats.org/officeDocument/2006/relationships" xmlns:a="http://schemas.openxmlformats.org/drawingml/2006/main" r:embed="R5358146e6e874226"/>
          <a:srcRect xmlns:a="http://schemas.openxmlformats.org/drawingml/2006/main" l="0" t="0" r="0" b="50000"/>
          <a:stretch xmlns:a="http://schemas.openxmlformats.org/drawingml/2006/main"/>
        </p:blipFill>
        <p:spPr>
          <a:xfrm xmlns:a="http://schemas.openxmlformats.org/drawingml/2006/main">
            <a:off x="690563" y="2228850"/>
            <a:ext cx="3171825" cy="35242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BBCF5E83-727E-4F1A-82CB-2CBD1D2710C2}"/>
              </a:ext>
            </a:extLst>
          </p:cNvPr>
          <p:cNvPicPr>
            <a:picLocks xmlns:a="http://schemas.openxmlformats.org/drawingml/2006/main" noChangeAspect="1"/>
          </p:cNvPicPr>
          <p:nvPr/>
        </p:nvPicPr>
        <p:blipFill>
          <a:blip xmlns:r="http://schemas.openxmlformats.org/officeDocument/2006/relationships" xmlns:a="http://schemas.openxmlformats.org/drawingml/2006/main" r:embed="R7b127964c3e24415"/>
          <a:srcRect xmlns:a="http://schemas.openxmlformats.org/drawingml/2006/main" l="0" t="50000" r="0" b="0"/>
          <a:stretch xmlns:a="http://schemas.openxmlformats.org/drawingml/2006/main"/>
        </p:blipFill>
        <p:spPr>
          <a:xfrm xmlns:a="http://schemas.openxmlformats.org/drawingml/2006/main">
            <a:off x="4457700" y="2234142"/>
            <a:ext cx="3333750" cy="3704167"/>
          </a:xfrm>
          <a:prstGeom xmlns:a="http://schemas.openxmlformats.org/drawingml/2006/main" prst="rect">
            <a:avLst/>
          </a:prstGeom>
        </p:spPr>
      </p:pic>
      <p:sp>
        <p:nvSpPr>
          <p:cNvPr id="7" name="Paylaş düğmesi sistem menüsünü açar.">
            <a:extLst xmlns:a="http://schemas.openxmlformats.org/drawingml/2006/main">
              <a:ext uri="{FF2B5EF4-FFF2-40B4-BE49-F238E27FC236}">
                <a16:creationId xmlns:a16="http://schemas.microsoft.com/office/drawing/2014/main" id="{7E3182BF-43B2-4200-A445-6A73D040B33A}"/>
              </a:ext>
            </a:extLst>
          </p:cNvPr>
          <p:cNvSpPr>
            <a:spLocks xmlns:a="http://schemas.openxmlformats.org/drawingml/2006/main" noGrp="1"/>
          </p:cNvSpPr>
          <p:nvPr/>
        </p:nvSpPr>
        <p:spPr>
          <a:xfrm xmlns:a="http://schemas.openxmlformats.org/drawingml/2006/main">
            <a:off x="8496300" y="2390775"/>
            <a:ext cx="304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Paylaş düğmesi sistem menüsünü açar.</a:t>
            </a:r>
          </a:p>
        </p:txBody>
      </p:sp>
      <p:sp>
        <p:nvSpPr>
          <p:cNvPr id="8" name="Başlık ve metin paylaşım önizlemesinde görünü">
            <a:extLst xmlns:a="http://schemas.openxmlformats.org/drawingml/2006/main">
              <a:ext uri="{FF2B5EF4-FFF2-40B4-BE49-F238E27FC236}">
                <a16:creationId xmlns:a16="http://schemas.microsoft.com/office/drawing/2014/main" id="{ABF6118A-111F-4D4A-BE44-1BA76F1EDF22}"/>
              </a:ext>
            </a:extLst>
          </p:cNvPr>
          <p:cNvSpPr>
            <a:spLocks xmlns:a="http://schemas.openxmlformats.org/drawingml/2006/main" noGrp="1"/>
          </p:cNvSpPr>
          <p:nvPr/>
        </p:nvSpPr>
        <p:spPr>
          <a:xfrm xmlns:a="http://schemas.openxmlformats.org/drawingml/2006/main">
            <a:off x="8496300" y="4019550"/>
            <a:ext cx="304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Başlık ve metin paylaşım önizlemesinde görünür.</a:t>
            </a:r>
          </a:p>
        </p:txBody>
      </p:sp>
      <p:sp>
        <p:nvSpPr>
          <p:cNvPr id="9" name="Arayüz prototipi. Hedef davranış, grup görevi">
            <a:extLst xmlns:a="http://schemas.openxmlformats.org/drawingml/2006/main">
              <a:ext uri="{FF2B5EF4-FFF2-40B4-BE49-F238E27FC236}">
                <a16:creationId xmlns:a16="http://schemas.microsoft.com/office/drawing/2014/main" id="{15A66082-FAC9-42D0-8785-7F735F5C1522}"/>
              </a:ext>
            </a:extLst>
          </p:cNvPr>
          <p:cNvSpPr>
            <a:spLocks xmlns:a="http://schemas.openxmlformats.org/drawingml/2006/main" noGrp="1"/>
          </p:cNvSpPr>
          <p:nvPr/>
        </p:nvSpPr>
        <p:spPr>
          <a:xfrm xmlns:a="http://schemas.openxmlformats.org/drawingml/2006/main">
            <a:off x="609600" y="627697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67A71"/>
                </a:solidFill>
                <a:latin typeface="Arial"/>
                <a:ea typeface="Arial"/>
                <a:cs typeface="Arial"/>
              </a:defRPr>
            </a:defPPr>
            <a:lvl1pPr>
              <a:buNone/>
              <a:defRPr sz="1725" b="0">
                <a:solidFill>
                  <a:srgbClr val="667A71"/>
                </a:solidFill>
                <a:latin typeface="Arial"/>
                <a:ea typeface="Arial"/>
                <a:cs typeface="Arial"/>
              </a:defRPr>
            </a:lvl1pPr>
            <a:lvl2pPr>
              <a:buNone/>
              <a:defRPr sz="1725" b="0">
                <a:solidFill>
                  <a:srgbClr val="667A71"/>
                </a:solidFill>
                <a:latin typeface="Arial"/>
                <a:ea typeface="Arial"/>
                <a:cs typeface="Arial"/>
              </a:defRPr>
            </a:lvl2pPr>
            <a:lvl3pPr>
              <a:buNone/>
              <a:defRPr sz="1725" b="0">
                <a:solidFill>
                  <a:srgbClr val="667A71"/>
                </a:solidFill>
                <a:latin typeface="Arial"/>
                <a:ea typeface="Arial"/>
                <a:cs typeface="Arial"/>
              </a:defRPr>
            </a:lvl3pPr>
            <a:lvl4pPr>
              <a:buNone/>
              <a:defRPr sz="1725" b="0">
                <a:solidFill>
                  <a:srgbClr val="667A71"/>
                </a:solidFill>
                <a:latin typeface="Arial"/>
                <a:ea typeface="Arial"/>
                <a:cs typeface="Arial"/>
              </a:defRPr>
            </a:lvl4pPr>
            <a:lvl5pPr>
              <a:buNone/>
              <a:defRPr sz="1725" b="0">
                <a:solidFill>
                  <a:srgbClr val="667A71"/>
                </a:solidFill>
                <a:latin typeface="Arial"/>
                <a:ea typeface="Arial"/>
                <a:cs typeface="Arial"/>
              </a:defRPr>
            </a:lvl5pPr>
            <a:lvl6pPr>
              <a:buNone/>
              <a:defRPr sz="1725" b="0">
                <a:solidFill>
                  <a:srgbClr val="667A71"/>
                </a:solidFill>
                <a:latin typeface="Arial"/>
                <a:ea typeface="Arial"/>
                <a:cs typeface="Arial"/>
              </a:defRPr>
            </a:lvl6pPr>
            <a:lvl7pPr>
              <a:buNone/>
              <a:defRPr sz="1725" b="0">
                <a:solidFill>
                  <a:srgbClr val="667A71"/>
                </a:solidFill>
                <a:latin typeface="Arial"/>
                <a:ea typeface="Arial"/>
                <a:cs typeface="Arial"/>
              </a:defRPr>
            </a:lvl7pPr>
            <a:lvl8pPr>
              <a:buNone/>
              <a:defRPr sz="1725" b="0">
                <a:solidFill>
                  <a:srgbClr val="667A71"/>
                </a:solidFill>
                <a:latin typeface="Arial"/>
                <a:ea typeface="Arial"/>
                <a:cs typeface="Arial"/>
              </a:defRPr>
            </a:lvl8pPr>
            <a:lvl9pPr>
              <a:buNone/>
              <a:defRPr sz="1725" b="0">
                <a:solidFill>
                  <a:srgbClr val="667A71"/>
                </a:solidFill>
                <a:latin typeface="Arial"/>
                <a:ea typeface="Arial"/>
                <a:cs typeface="Arial"/>
              </a:defRPr>
            </a:lvl9pPr>
          </a:lstStyle>
          <a:p xmlns:a="http://schemas.openxmlformats.org/drawingml/2006/main">
            <a:pPr>
              <a:buNone/>
              <a:defRPr sz="1725" b="0">
                <a:solidFill>
                  <a:srgbClr val="667A71"/>
                </a:solidFill>
                <a:latin typeface="Arial"/>
                <a:ea typeface="Arial"/>
                <a:cs typeface="Arial"/>
              </a:defRPr>
            </a:pPr>
            <a:r>
              <a:rPr sz="1725" b="0">
                <a:solidFill>
                  <a:srgbClr val="667A71"/>
                </a:solidFill>
                <a:latin typeface="Arial"/>
                <a:ea typeface="Arial"/>
                <a:cs typeface="Arial"/>
              </a:rPr>
              <a:t>Arayüz prototipi. Hedef davranış, grup görevi sırasında kodlanacak.</a:t>
            </a:r>
          </a:p>
        </p:txBody>
      </p:sp>
      <p:sp>
        <p:nvSpPr>
          <p:cNvPr id="10" name="">
            <a:extLst xmlns:a="http://schemas.openxmlformats.org/drawingml/2006/main">
              <a:ext uri="{FF2B5EF4-FFF2-40B4-BE49-F238E27FC236}">
                <a16:creationId xmlns:a16="http://schemas.microsoft.com/office/drawing/2014/main" id="{9BF0218A-583C-4EAD-B572-50C53C6B2241}"/>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a:solidFill>
                  <a:srgbClr val="71827B"/>
                </a:solidFill>
                <a:latin typeface="Arial"/>
                <a:ea typeface="Arial"/>
                <a:cs typeface="Arial"/>
              </a:rPr>
              <a:t>22</a:t>
            </a:r>
          </a:p>
        </p:txBody>
      </p:sp>
    </p:spTree>
    <p:extLst>
      <p:ext uri="{BB962C8B-B14F-4D97-AF65-F5344CB8AC3E}">
        <p14:creationId xmlns:p14="http://schemas.microsoft.com/office/powerpoint/2010/main" val="1395608982"/>
      </p:ext>
    </p:extLst>
  </p:cSld>
</p:sld>
</file>

<file path=ppt/slides/slide2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GRUP 4 / NOT PAYLAŞMA">
            <a:extLst xmlns:a="http://schemas.openxmlformats.org/drawingml/2006/main">
              <a:ext uri="{FF2B5EF4-FFF2-40B4-BE49-F238E27FC236}">
                <a16:creationId xmlns:a16="http://schemas.microsoft.com/office/drawing/2014/main" id="{FC971316-5AFC-4011-9A34-25A636FDD7DB}"/>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3D57"/>
                </a:solidFill>
                <a:latin typeface="Arial"/>
                <a:ea typeface="Arial"/>
                <a:cs typeface="Arial"/>
              </a:defRPr>
            </a:defPPr>
            <a:lvl1pPr>
              <a:buNone/>
              <a:defRPr sz="1425" b="1">
                <a:solidFill>
                  <a:srgbClr val="9A3D57"/>
                </a:solidFill>
                <a:latin typeface="Arial"/>
                <a:ea typeface="Arial"/>
                <a:cs typeface="Arial"/>
              </a:defRPr>
            </a:lvl1pPr>
            <a:lvl2pPr>
              <a:buNone/>
              <a:defRPr sz="1425" b="1">
                <a:solidFill>
                  <a:srgbClr val="9A3D57"/>
                </a:solidFill>
                <a:latin typeface="Arial"/>
                <a:ea typeface="Arial"/>
                <a:cs typeface="Arial"/>
              </a:defRPr>
            </a:lvl2pPr>
            <a:lvl3pPr>
              <a:buNone/>
              <a:defRPr sz="1425" b="1">
                <a:solidFill>
                  <a:srgbClr val="9A3D57"/>
                </a:solidFill>
                <a:latin typeface="Arial"/>
                <a:ea typeface="Arial"/>
                <a:cs typeface="Arial"/>
              </a:defRPr>
            </a:lvl3pPr>
            <a:lvl4pPr>
              <a:buNone/>
              <a:defRPr sz="1425" b="1">
                <a:solidFill>
                  <a:srgbClr val="9A3D57"/>
                </a:solidFill>
                <a:latin typeface="Arial"/>
                <a:ea typeface="Arial"/>
                <a:cs typeface="Arial"/>
              </a:defRPr>
            </a:lvl4pPr>
            <a:lvl5pPr>
              <a:buNone/>
              <a:defRPr sz="1425" b="1">
                <a:solidFill>
                  <a:srgbClr val="9A3D57"/>
                </a:solidFill>
                <a:latin typeface="Arial"/>
                <a:ea typeface="Arial"/>
                <a:cs typeface="Arial"/>
              </a:defRPr>
            </a:lvl5pPr>
            <a:lvl6pPr>
              <a:buNone/>
              <a:defRPr sz="1425" b="1">
                <a:solidFill>
                  <a:srgbClr val="9A3D57"/>
                </a:solidFill>
                <a:latin typeface="Arial"/>
                <a:ea typeface="Arial"/>
                <a:cs typeface="Arial"/>
              </a:defRPr>
            </a:lvl6pPr>
            <a:lvl7pPr>
              <a:buNone/>
              <a:defRPr sz="1425" b="1">
                <a:solidFill>
                  <a:srgbClr val="9A3D57"/>
                </a:solidFill>
                <a:latin typeface="Arial"/>
                <a:ea typeface="Arial"/>
                <a:cs typeface="Arial"/>
              </a:defRPr>
            </a:lvl7pPr>
            <a:lvl8pPr>
              <a:buNone/>
              <a:defRPr sz="1425" b="1">
                <a:solidFill>
                  <a:srgbClr val="9A3D57"/>
                </a:solidFill>
                <a:latin typeface="Arial"/>
                <a:ea typeface="Arial"/>
                <a:cs typeface="Arial"/>
              </a:defRPr>
            </a:lvl8pPr>
            <a:lvl9pPr>
              <a:buNone/>
              <a:defRPr sz="1425" b="1">
                <a:solidFill>
                  <a:srgbClr val="9A3D57"/>
                </a:solidFill>
                <a:latin typeface="Arial"/>
                <a:ea typeface="Arial"/>
                <a:cs typeface="Arial"/>
              </a:defRPr>
            </a:lvl9pPr>
          </a:lstStyle>
          <a:p xmlns:a="http://schemas.openxmlformats.org/drawingml/2006/main">
            <a:pPr>
              <a:buNone/>
              <a:defRPr sz="1425" b="1">
                <a:solidFill>
                  <a:srgbClr val="9A3D57"/>
                </a:solidFill>
                <a:latin typeface="Arial"/>
                <a:ea typeface="Arial"/>
                <a:cs typeface="Arial"/>
              </a:defRPr>
            </a:pPr>
            <a:r>
              <a:rPr sz="1425" b="1">
                <a:solidFill>
                  <a:srgbClr val="9A3D57"/>
                </a:solidFill>
                <a:latin typeface="Arial"/>
                <a:ea typeface="Arial"/>
                <a:cs typeface="Arial"/>
              </a:rPr>
              <a:t>GRUP 4 / NOT PAYLAŞMA</a:t>
            </a:r>
          </a:p>
        </p:txBody>
      </p:sp>
      <p:sp>
        <p:nvSpPr>
          <p:cNvPr id="2" name="Öğrenilecekler ve kazanımlar">
            <a:extLst xmlns:a="http://schemas.openxmlformats.org/drawingml/2006/main">
              <a:ext uri="{FF2B5EF4-FFF2-40B4-BE49-F238E27FC236}">
                <a16:creationId xmlns:a16="http://schemas.microsoft.com/office/drawing/2014/main" id="{4CC5F951-EBB0-44FB-8634-8592D850A31C}"/>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Öğrenilecekler ve kazanımlar</a:t>
            </a:r>
          </a:p>
        </p:txBody>
      </p:sp>
      <p:sp>
        <p:nvSpPr>
          <p:cNvPr id="3" name="15">
            <a:extLst xmlns:a="http://schemas.openxmlformats.org/drawingml/2006/main">
              <a:ext uri="{FF2B5EF4-FFF2-40B4-BE49-F238E27FC236}">
                <a16:creationId xmlns:a16="http://schemas.microsoft.com/office/drawing/2014/main" id="{26183F49-D5BC-4181-9466-3B04B996556D}"/>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23</a:t>
            </a:r>
          </a:p>
        </p:txBody>
      </p:sp>
      <p:sp>
        <p:nvSpPr>
          <p:cNvPr id="4" name="Öğrenilecek konular">
            <a:extLst xmlns:a="http://schemas.openxmlformats.org/drawingml/2006/main">
              <a:ext uri="{FF2B5EF4-FFF2-40B4-BE49-F238E27FC236}">
                <a16:creationId xmlns:a16="http://schemas.microsoft.com/office/drawing/2014/main" id="{D6B62F5D-741F-443A-BC1F-766893AF66A9}"/>
              </a:ext>
            </a:extLst>
          </p:cNvPr>
          <p:cNvSpPr>
            <a:spLocks xmlns:a="http://schemas.openxmlformats.org/drawingml/2006/main" noGrp="1"/>
          </p:cNvSpPr>
          <p:nvPr/>
        </p:nvSpPr>
        <p:spPr>
          <a:xfrm xmlns:a="http://schemas.openxmlformats.org/drawingml/2006/main">
            <a:off x="609600" y="179070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9A3D57"/>
                </a:solidFill>
                <a:latin typeface="Arial"/>
                <a:ea typeface="Arial"/>
                <a:cs typeface="Arial"/>
              </a:defRPr>
            </a:defPPr>
            <a:lvl1pPr>
              <a:buNone/>
              <a:defRPr sz="2250" b="1">
                <a:solidFill>
                  <a:srgbClr val="9A3D57"/>
                </a:solidFill>
                <a:latin typeface="Arial"/>
                <a:ea typeface="Arial"/>
                <a:cs typeface="Arial"/>
              </a:defRPr>
            </a:lvl1pPr>
            <a:lvl2pPr>
              <a:buNone/>
              <a:defRPr sz="2250" b="1">
                <a:solidFill>
                  <a:srgbClr val="9A3D57"/>
                </a:solidFill>
                <a:latin typeface="Arial"/>
                <a:ea typeface="Arial"/>
                <a:cs typeface="Arial"/>
              </a:defRPr>
            </a:lvl2pPr>
            <a:lvl3pPr>
              <a:buNone/>
              <a:defRPr sz="2250" b="1">
                <a:solidFill>
                  <a:srgbClr val="9A3D57"/>
                </a:solidFill>
                <a:latin typeface="Arial"/>
                <a:ea typeface="Arial"/>
                <a:cs typeface="Arial"/>
              </a:defRPr>
            </a:lvl3pPr>
            <a:lvl4pPr>
              <a:buNone/>
              <a:defRPr sz="2250" b="1">
                <a:solidFill>
                  <a:srgbClr val="9A3D57"/>
                </a:solidFill>
                <a:latin typeface="Arial"/>
                <a:ea typeface="Arial"/>
                <a:cs typeface="Arial"/>
              </a:defRPr>
            </a:lvl4pPr>
            <a:lvl5pPr>
              <a:buNone/>
              <a:defRPr sz="2250" b="1">
                <a:solidFill>
                  <a:srgbClr val="9A3D57"/>
                </a:solidFill>
                <a:latin typeface="Arial"/>
                <a:ea typeface="Arial"/>
                <a:cs typeface="Arial"/>
              </a:defRPr>
            </a:lvl5pPr>
            <a:lvl6pPr>
              <a:buNone/>
              <a:defRPr sz="2250" b="1">
                <a:solidFill>
                  <a:srgbClr val="9A3D57"/>
                </a:solidFill>
                <a:latin typeface="Arial"/>
                <a:ea typeface="Arial"/>
                <a:cs typeface="Arial"/>
              </a:defRPr>
            </a:lvl6pPr>
            <a:lvl7pPr>
              <a:buNone/>
              <a:defRPr sz="2250" b="1">
                <a:solidFill>
                  <a:srgbClr val="9A3D57"/>
                </a:solidFill>
                <a:latin typeface="Arial"/>
                <a:ea typeface="Arial"/>
                <a:cs typeface="Arial"/>
              </a:defRPr>
            </a:lvl7pPr>
            <a:lvl8pPr>
              <a:buNone/>
              <a:defRPr sz="2250" b="1">
                <a:solidFill>
                  <a:srgbClr val="9A3D57"/>
                </a:solidFill>
                <a:latin typeface="Arial"/>
                <a:ea typeface="Arial"/>
                <a:cs typeface="Arial"/>
              </a:defRPr>
            </a:lvl8pPr>
            <a:lvl9pPr>
              <a:buNone/>
              <a:defRPr sz="2250" b="1">
                <a:solidFill>
                  <a:srgbClr val="9A3D57"/>
                </a:solidFill>
                <a:latin typeface="Arial"/>
                <a:ea typeface="Arial"/>
                <a:cs typeface="Arial"/>
              </a:defRPr>
            </a:lvl9pPr>
          </a:lstStyle>
          <a:p xmlns:a="http://schemas.openxmlformats.org/drawingml/2006/main">
            <a:pPr>
              <a:buNone/>
              <a:defRPr sz="2250" b="1">
                <a:solidFill>
                  <a:srgbClr val="9A3D57"/>
                </a:solidFill>
                <a:latin typeface="Arial"/>
                <a:ea typeface="Arial"/>
                <a:cs typeface="Arial"/>
              </a:defRPr>
            </a:pPr>
            <a:r>
              <a:rPr sz="2250" b="1">
                <a:solidFill>
                  <a:srgbClr val="9A3D57"/>
                </a:solidFill>
                <a:latin typeface="Arial"/>
                <a:ea typeface="Arial"/>
                <a:cs typeface="Arial"/>
              </a:rPr>
              <a:t>Öğrenilecek konular</a:t>
            </a:r>
          </a:p>
        </p:txBody>
      </p:sp>
      <p:sp>
        <p:nvSpPr>
          <p:cNvPr id="5" name="Ölçülebilir kazanımlar">
            <a:extLst xmlns:a="http://schemas.openxmlformats.org/drawingml/2006/main">
              <a:ext uri="{FF2B5EF4-FFF2-40B4-BE49-F238E27FC236}">
                <a16:creationId xmlns:a16="http://schemas.microsoft.com/office/drawing/2014/main" id="{A24751E8-D7AC-40BF-BE0C-5E5DCBF196C1}"/>
              </a:ext>
            </a:extLst>
          </p:cNvPr>
          <p:cNvSpPr>
            <a:spLocks xmlns:a="http://schemas.openxmlformats.org/drawingml/2006/main" noGrp="1"/>
          </p:cNvSpPr>
          <p:nvPr/>
        </p:nvSpPr>
        <p:spPr>
          <a:xfrm xmlns:a="http://schemas.openxmlformats.org/drawingml/2006/main">
            <a:off x="6448425" y="179070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9A3D57"/>
                </a:solidFill>
                <a:latin typeface="Arial"/>
                <a:ea typeface="Arial"/>
                <a:cs typeface="Arial"/>
              </a:defRPr>
            </a:defPPr>
            <a:lvl1pPr>
              <a:buNone/>
              <a:defRPr sz="2250" b="1">
                <a:solidFill>
                  <a:srgbClr val="9A3D57"/>
                </a:solidFill>
                <a:latin typeface="Arial"/>
                <a:ea typeface="Arial"/>
                <a:cs typeface="Arial"/>
              </a:defRPr>
            </a:lvl1pPr>
            <a:lvl2pPr>
              <a:buNone/>
              <a:defRPr sz="2250" b="1">
                <a:solidFill>
                  <a:srgbClr val="9A3D57"/>
                </a:solidFill>
                <a:latin typeface="Arial"/>
                <a:ea typeface="Arial"/>
                <a:cs typeface="Arial"/>
              </a:defRPr>
            </a:lvl2pPr>
            <a:lvl3pPr>
              <a:buNone/>
              <a:defRPr sz="2250" b="1">
                <a:solidFill>
                  <a:srgbClr val="9A3D57"/>
                </a:solidFill>
                <a:latin typeface="Arial"/>
                <a:ea typeface="Arial"/>
                <a:cs typeface="Arial"/>
              </a:defRPr>
            </a:lvl3pPr>
            <a:lvl4pPr>
              <a:buNone/>
              <a:defRPr sz="2250" b="1">
                <a:solidFill>
                  <a:srgbClr val="9A3D57"/>
                </a:solidFill>
                <a:latin typeface="Arial"/>
                <a:ea typeface="Arial"/>
                <a:cs typeface="Arial"/>
              </a:defRPr>
            </a:lvl4pPr>
            <a:lvl5pPr>
              <a:buNone/>
              <a:defRPr sz="2250" b="1">
                <a:solidFill>
                  <a:srgbClr val="9A3D57"/>
                </a:solidFill>
                <a:latin typeface="Arial"/>
                <a:ea typeface="Arial"/>
                <a:cs typeface="Arial"/>
              </a:defRPr>
            </a:lvl5pPr>
            <a:lvl6pPr>
              <a:buNone/>
              <a:defRPr sz="2250" b="1">
                <a:solidFill>
                  <a:srgbClr val="9A3D57"/>
                </a:solidFill>
                <a:latin typeface="Arial"/>
                <a:ea typeface="Arial"/>
                <a:cs typeface="Arial"/>
              </a:defRPr>
            </a:lvl6pPr>
            <a:lvl7pPr>
              <a:buNone/>
              <a:defRPr sz="2250" b="1">
                <a:solidFill>
                  <a:srgbClr val="9A3D57"/>
                </a:solidFill>
                <a:latin typeface="Arial"/>
                <a:ea typeface="Arial"/>
                <a:cs typeface="Arial"/>
              </a:defRPr>
            </a:lvl7pPr>
            <a:lvl8pPr>
              <a:buNone/>
              <a:defRPr sz="2250" b="1">
                <a:solidFill>
                  <a:srgbClr val="9A3D57"/>
                </a:solidFill>
                <a:latin typeface="Arial"/>
                <a:ea typeface="Arial"/>
                <a:cs typeface="Arial"/>
              </a:defRPr>
            </a:lvl8pPr>
            <a:lvl9pPr>
              <a:buNone/>
              <a:defRPr sz="2250" b="1">
                <a:solidFill>
                  <a:srgbClr val="9A3D57"/>
                </a:solidFill>
                <a:latin typeface="Arial"/>
                <a:ea typeface="Arial"/>
                <a:cs typeface="Arial"/>
              </a:defRPr>
            </a:lvl9pPr>
          </a:lstStyle>
          <a:p xmlns:a="http://schemas.openxmlformats.org/drawingml/2006/main">
            <a:pPr>
              <a:buNone/>
              <a:defRPr sz="2250" b="1">
                <a:solidFill>
                  <a:srgbClr val="9A3D57"/>
                </a:solidFill>
                <a:latin typeface="Arial"/>
                <a:ea typeface="Arial"/>
                <a:cs typeface="Arial"/>
              </a:defRPr>
            </a:pPr>
            <a:r>
              <a:rPr sz="2250" b="1">
                <a:solidFill>
                  <a:srgbClr val="9A3D57"/>
                </a:solidFill>
                <a:latin typeface="Arial"/>
                <a:ea typeface="Arial"/>
                <a:cs typeface="Arial"/>
              </a:rPr>
              <a:t>Ölçülebilir kazanımlar</a:t>
            </a:r>
          </a:p>
        </p:txBody>
      </p:sp>
      <p:sp>
        <p:nvSpPr>
          <p:cNvPr id="6" name="Explicit ve implicit Intent farkı">
            <a:extLst xmlns:a="http://schemas.openxmlformats.org/drawingml/2006/main">
              <a:ext uri="{FF2B5EF4-FFF2-40B4-BE49-F238E27FC236}">
                <a16:creationId xmlns:a16="http://schemas.microsoft.com/office/drawing/2014/main" id="{9A6965DC-3BCB-4DB7-9690-549EC14BB74C}"/>
              </a:ext>
            </a:extLst>
          </p:cNvPr>
          <p:cNvSpPr>
            <a:spLocks xmlns:a="http://schemas.openxmlformats.org/drawingml/2006/main" noGrp="1"/>
          </p:cNvSpPr>
          <p:nvPr/>
        </p:nvSpPr>
        <p:spPr>
          <a:xfrm xmlns:a="http://schemas.openxmlformats.org/drawingml/2006/main">
            <a:off x="609600" y="249555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Explicit ve implicit Intent farkı</a:t>
            </a:r>
          </a:p>
        </p:txBody>
      </p:sp>
      <p:sp>
        <p:nvSpPr>
          <p:cNvPr id="7" name="MIME türü ve paylaşım verisi">
            <a:extLst xmlns:a="http://schemas.openxmlformats.org/drawingml/2006/main">
              <a:ext uri="{FF2B5EF4-FFF2-40B4-BE49-F238E27FC236}">
                <a16:creationId xmlns:a16="http://schemas.microsoft.com/office/drawing/2014/main" id="{06F00BA0-30DB-4063-A803-C9A7C7864DA0}"/>
              </a:ext>
            </a:extLst>
          </p:cNvPr>
          <p:cNvSpPr>
            <a:spLocks xmlns:a="http://schemas.openxmlformats.org/drawingml/2006/main" noGrp="1"/>
          </p:cNvSpPr>
          <p:nvPr/>
        </p:nvSpPr>
        <p:spPr>
          <a:xfrm xmlns:a="http://schemas.openxmlformats.org/drawingml/2006/main">
            <a:off x="609600" y="3590925"/>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MIME türü ve paylaşım verisi</a:t>
            </a:r>
          </a:p>
        </p:txBody>
      </p:sp>
      <p:sp>
        <p:nvSpPr>
          <p:cNvPr id="8" name="Uygulamalar arası iletişim ve kullanıcı ">
            <a:extLst xmlns:a="http://schemas.openxmlformats.org/drawingml/2006/main">
              <a:ext uri="{FF2B5EF4-FFF2-40B4-BE49-F238E27FC236}">
                <a16:creationId xmlns:a16="http://schemas.microsoft.com/office/drawing/2014/main" id="{C4E08EB2-822F-4613-B807-75AFA0CD05FD}"/>
              </a:ext>
            </a:extLst>
          </p:cNvPr>
          <p:cNvSpPr>
            <a:spLocks xmlns:a="http://schemas.openxmlformats.org/drawingml/2006/main" noGrp="1"/>
          </p:cNvSpPr>
          <p:nvPr/>
        </p:nvSpPr>
        <p:spPr>
          <a:xfrm xmlns:a="http://schemas.openxmlformats.org/drawingml/2006/main">
            <a:off x="609600" y="468630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Uygulamalar arası iletişim ve kullanıcı seçimi</a:t>
            </a:r>
          </a:p>
        </p:txBody>
      </p:sp>
      <p:sp>
        <p:nvSpPr>
          <p:cNvPr id="9" name="Öğrenci doğru nottan paylaşım metni üret">
            <a:extLst xmlns:a="http://schemas.openxmlformats.org/drawingml/2006/main">
              <a:ext uri="{FF2B5EF4-FFF2-40B4-BE49-F238E27FC236}">
                <a16:creationId xmlns:a16="http://schemas.microsoft.com/office/drawing/2014/main" id="{D226B5AD-FF9D-40C0-8F42-1050DFEBF297}"/>
              </a:ext>
            </a:extLst>
          </p:cNvPr>
          <p:cNvSpPr>
            <a:spLocks xmlns:a="http://schemas.openxmlformats.org/drawingml/2006/main" noGrp="1"/>
          </p:cNvSpPr>
          <p:nvPr/>
        </p:nvSpPr>
        <p:spPr>
          <a:xfrm xmlns:a="http://schemas.openxmlformats.org/drawingml/2006/main">
            <a:off x="6448425" y="249555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Öğrenci doğru nottan paylaşım metni üretir.</a:t>
            </a:r>
          </a:p>
        </p:txBody>
      </p:sp>
      <p:sp>
        <p:nvSpPr>
          <p:cNvPr id="10" name="Öğrenci uygun Intent eylemi ve veri türü">
            <a:extLst xmlns:a="http://schemas.openxmlformats.org/drawingml/2006/main">
              <a:ext uri="{FF2B5EF4-FFF2-40B4-BE49-F238E27FC236}">
                <a16:creationId xmlns:a16="http://schemas.microsoft.com/office/drawing/2014/main" id="{5632837B-98BD-4B27-AE1C-AECBF32ED3E7}"/>
              </a:ext>
            </a:extLst>
          </p:cNvPr>
          <p:cNvSpPr>
            <a:spLocks xmlns:a="http://schemas.openxmlformats.org/drawingml/2006/main" noGrp="1"/>
          </p:cNvSpPr>
          <p:nvPr/>
        </p:nvSpPr>
        <p:spPr>
          <a:xfrm xmlns:a="http://schemas.openxmlformats.org/drawingml/2006/main">
            <a:off x="6448425" y="3590925"/>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Öğrenci uygun Intent eylemi ve veri türünü seçer.</a:t>
            </a:r>
          </a:p>
        </p:txBody>
      </p:sp>
      <p:sp>
        <p:nvSpPr>
          <p:cNvPr id="11" name="Öğrenci paylaşma iptalinde uygulama veri">
            <a:extLst xmlns:a="http://schemas.openxmlformats.org/drawingml/2006/main">
              <a:ext uri="{FF2B5EF4-FFF2-40B4-BE49-F238E27FC236}">
                <a16:creationId xmlns:a16="http://schemas.microsoft.com/office/drawing/2014/main" id="{2B64CB81-E4D9-49C5-B8E9-F2DD57E66D98}"/>
              </a:ext>
            </a:extLst>
          </p:cNvPr>
          <p:cNvSpPr>
            <a:spLocks xmlns:a="http://schemas.openxmlformats.org/drawingml/2006/main" noGrp="1"/>
          </p:cNvSpPr>
          <p:nvPr/>
        </p:nvSpPr>
        <p:spPr>
          <a:xfrm xmlns:a="http://schemas.openxmlformats.org/drawingml/2006/main">
            <a:off x="6448425" y="468630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Öğrenci paylaşma iptalinde uygulama verisini korur.</a:t>
            </a:r>
          </a:p>
        </p:txBody>
      </p:sp>
    </p:spTree>
    <p:extLst>
      <p:ext uri="{BB962C8B-B14F-4D97-AF65-F5344CB8AC3E}">
        <p14:creationId xmlns:p14="http://schemas.microsoft.com/office/powerpoint/2010/main" val="131808187"/>
      </p:ext>
    </p:extLst>
  </p:cSld>
</p:sld>
</file>

<file path=ppt/slides/slide2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GRUP 4 / NOT PAYLAŞMA">
            <a:extLst xmlns:a="http://schemas.openxmlformats.org/drawingml/2006/main">
              <a:ext uri="{FF2B5EF4-FFF2-40B4-BE49-F238E27FC236}">
                <a16:creationId xmlns:a16="http://schemas.microsoft.com/office/drawing/2014/main" id="{102ED6E2-DF96-4E09-9CA0-746C92FC36DB}"/>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A3D57"/>
                </a:solidFill>
                <a:latin typeface="Arial"/>
                <a:ea typeface="Arial"/>
                <a:cs typeface="Arial"/>
              </a:defRPr>
            </a:defPPr>
            <a:lvl1pPr>
              <a:buNone/>
              <a:defRPr sz="1425" b="1">
                <a:solidFill>
                  <a:srgbClr val="9A3D57"/>
                </a:solidFill>
                <a:latin typeface="Arial"/>
                <a:ea typeface="Arial"/>
                <a:cs typeface="Arial"/>
              </a:defRPr>
            </a:lvl1pPr>
            <a:lvl2pPr>
              <a:buNone/>
              <a:defRPr sz="1425" b="1">
                <a:solidFill>
                  <a:srgbClr val="9A3D57"/>
                </a:solidFill>
                <a:latin typeface="Arial"/>
                <a:ea typeface="Arial"/>
                <a:cs typeface="Arial"/>
              </a:defRPr>
            </a:lvl2pPr>
            <a:lvl3pPr>
              <a:buNone/>
              <a:defRPr sz="1425" b="1">
                <a:solidFill>
                  <a:srgbClr val="9A3D57"/>
                </a:solidFill>
                <a:latin typeface="Arial"/>
                <a:ea typeface="Arial"/>
                <a:cs typeface="Arial"/>
              </a:defRPr>
            </a:lvl3pPr>
            <a:lvl4pPr>
              <a:buNone/>
              <a:defRPr sz="1425" b="1">
                <a:solidFill>
                  <a:srgbClr val="9A3D57"/>
                </a:solidFill>
                <a:latin typeface="Arial"/>
                <a:ea typeface="Arial"/>
                <a:cs typeface="Arial"/>
              </a:defRPr>
            </a:lvl4pPr>
            <a:lvl5pPr>
              <a:buNone/>
              <a:defRPr sz="1425" b="1">
                <a:solidFill>
                  <a:srgbClr val="9A3D57"/>
                </a:solidFill>
                <a:latin typeface="Arial"/>
                <a:ea typeface="Arial"/>
                <a:cs typeface="Arial"/>
              </a:defRPr>
            </a:lvl5pPr>
            <a:lvl6pPr>
              <a:buNone/>
              <a:defRPr sz="1425" b="1">
                <a:solidFill>
                  <a:srgbClr val="9A3D57"/>
                </a:solidFill>
                <a:latin typeface="Arial"/>
                <a:ea typeface="Arial"/>
                <a:cs typeface="Arial"/>
              </a:defRPr>
            </a:lvl6pPr>
            <a:lvl7pPr>
              <a:buNone/>
              <a:defRPr sz="1425" b="1">
                <a:solidFill>
                  <a:srgbClr val="9A3D57"/>
                </a:solidFill>
                <a:latin typeface="Arial"/>
                <a:ea typeface="Arial"/>
                <a:cs typeface="Arial"/>
              </a:defRPr>
            </a:lvl7pPr>
            <a:lvl8pPr>
              <a:buNone/>
              <a:defRPr sz="1425" b="1">
                <a:solidFill>
                  <a:srgbClr val="9A3D57"/>
                </a:solidFill>
                <a:latin typeface="Arial"/>
                <a:ea typeface="Arial"/>
                <a:cs typeface="Arial"/>
              </a:defRPr>
            </a:lvl8pPr>
            <a:lvl9pPr>
              <a:buNone/>
              <a:defRPr sz="1425" b="1">
                <a:solidFill>
                  <a:srgbClr val="9A3D57"/>
                </a:solidFill>
                <a:latin typeface="Arial"/>
                <a:ea typeface="Arial"/>
                <a:cs typeface="Arial"/>
              </a:defRPr>
            </a:lvl9pPr>
          </a:lstStyle>
          <a:p xmlns:a="http://schemas.openxmlformats.org/drawingml/2006/main">
            <a:pPr>
              <a:buNone/>
              <a:defRPr sz="1425" b="1">
                <a:solidFill>
                  <a:srgbClr val="9A3D57"/>
                </a:solidFill>
                <a:latin typeface="Arial"/>
                <a:ea typeface="Arial"/>
                <a:cs typeface="Arial"/>
              </a:defRPr>
            </a:pPr>
            <a:r>
              <a:rPr sz="1425" b="1">
                <a:solidFill>
                  <a:srgbClr val="9A3D57"/>
                </a:solidFill>
                <a:latin typeface="Arial"/>
                <a:ea typeface="Arial"/>
                <a:cs typeface="Arial"/>
              </a:rPr>
              <a:t>GRUP 4 / NOT PAYLAŞMA</a:t>
            </a:r>
          </a:p>
        </p:txBody>
      </p:sp>
      <p:sp>
        <p:nvSpPr>
          <p:cNvPr id="2" name="Kabul kontrolleri ve sunum">
            <a:extLst xmlns:a="http://schemas.openxmlformats.org/drawingml/2006/main">
              <a:ext uri="{FF2B5EF4-FFF2-40B4-BE49-F238E27FC236}">
                <a16:creationId xmlns:a16="http://schemas.microsoft.com/office/drawing/2014/main" id="{11D3BCB2-F37D-45B0-B5DF-4DF1160B735D}"/>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Kabul kontrolleri ve sunum</a:t>
            </a:r>
          </a:p>
        </p:txBody>
      </p:sp>
      <p:sp>
        <p:nvSpPr>
          <p:cNvPr id="3" name="16">
            <a:extLst xmlns:a="http://schemas.openxmlformats.org/drawingml/2006/main">
              <a:ext uri="{FF2B5EF4-FFF2-40B4-BE49-F238E27FC236}">
                <a16:creationId xmlns:a16="http://schemas.microsoft.com/office/drawing/2014/main" id="{1E1E8F85-F636-4AEA-89CE-C508E6EF947B}"/>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24</a:t>
            </a:r>
          </a:p>
        </p:txBody>
      </p:sp>
      <p:sp>
        <p:nvSpPr>
          <p:cNvPr id="4" name="1.  Paylaşım metninde doğru başlık ve aç">
            <a:extLst xmlns:a="http://schemas.openxmlformats.org/drawingml/2006/main">
              <a:ext uri="{FF2B5EF4-FFF2-40B4-BE49-F238E27FC236}">
                <a16:creationId xmlns:a16="http://schemas.microsoft.com/office/drawing/2014/main" id="{249754AB-4614-438F-B6E4-64AEDAF06341}"/>
              </a:ext>
            </a:extLst>
          </p:cNvPr>
          <p:cNvSpPr>
            <a:spLocks xmlns:a="http://schemas.openxmlformats.org/drawingml/2006/main" noGrp="1"/>
          </p:cNvSpPr>
          <p:nvPr/>
        </p:nvSpPr>
        <p:spPr>
          <a:xfrm xmlns:a="http://schemas.openxmlformats.org/drawingml/2006/main">
            <a:off x="609600" y="185737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1.  Paylaşım metninde doğru başlık ve açıklama bulunur.</a:t>
            </a:r>
          </a:p>
        </p:txBody>
      </p:sp>
      <p:sp>
        <p:nvSpPr>
          <p:cNvPr id="5" name="2.  Başka notun metni paylaşım içeriğine">
            <a:extLst xmlns:a="http://schemas.openxmlformats.org/drawingml/2006/main">
              <a:ext uri="{FF2B5EF4-FFF2-40B4-BE49-F238E27FC236}">
                <a16:creationId xmlns:a16="http://schemas.microsoft.com/office/drawing/2014/main" id="{70324642-0E4A-4AA6-96FB-5EF8E7491521}"/>
              </a:ext>
            </a:extLst>
          </p:cNvPr>
          <p:cNvSpPr>
            <a:spLocks xmlns:a="http://schemas.openxmlformats.org/drawingml/2006/main" noGrp="1"/>
          </p:cNvSpPr>
          <p:nvPr/>
        </p:nvSpPr>
        <p:spPr>
          <a:xfrm xmlns:a="http://schemas.openxmlformats.org/drawingml/2006/main">
            <a:off x="609600" y="284797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2.  Başka notun metni paylaşım içeriğine karışmaz.</a:t>
            </a:r>
          </a:p>
        </p:txBody>
      </p:sp>
      <p:sp>
        <p:nvSpPr>
          <p:cNvPr id="6" name="3.  Menü iptal edilince liste, favoriler">
            <a:extLst xmlns:a="http://schemas.openxmlformats.org/drawingml/2006/main">
              <a:ext uri="{FF2B5EF4-FFF2-40B4-BE49-F238E27FC236}">
                <a16:creationId xmlns:a16="http://schemas.microsoft.com/office/drawing/2014/main" id="{817CE413-10FF-440F-AA2D-DFC37845A10C}"/>
              </a:ext>
            </a:extLst>
          </p:cNvPr>
          <p:cNvSpPr>
            <a:spLocks xmlns:a="http://schemas.openxmlformats.org/drawingml/2006/main" noGrp="1"/>
          </p:cNvSpPr>
          <p:nvPr/>
        </p:nvSpPr>
        <p:spPr>
          <a:xfrm xmlns:a="http://schemas.openxmlformats.org/drawingml/2006/main">
            <a:off x="609600" y="383857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3.  Menü iptal edilince liste, favoriler ve not sayısı değişmez.</a:t>
            </a:r>
          </a:p>
        </p:txBody>
      </p:sp>
      <p:sp>
        <p:nvSpPr>
          <p:cNvPr id="7" name="Sınıf demosu">
            <a:extLst xmlns:a="http://schemas.openxmlformats.org/drawingml/2006/main">
              <a:ext uri="{FF2B5EF4-FFF2-40B4-BE49-F238E27FC236}">
                <a16:creationId xmlns:a16="http://schemas.microsoft.com/office/drawing/2014/main" id="{DD526B14-8DB0-4D1C-927F-9F68D794420A}"/>
              </a:ext>
            </a:extLst>
          </p:cNvPr>
          <p:cNvSpPr>
            <a:spLocks xmlns:a="http://schemas.openxmlformats.org/drawingml/2006/main" noGrp="1"/>
          </p:cNvSpPr>
          <p:nvPr/>
        </p:nvSpPr>
        <p:spPr>
          <a:xfrm xmlns:a="http://schemas.openxmlformats.org/drawingml/2006/main">
            <a:off x="609600" y="51149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9A3D57"/>
                </a:solidFill>
                <a:latin typeface="Arial"/>
                <a:ea typeface="Arial"/>
                <a:cs typeface="Arial"/>
              </a:defRPr>
            </a:defPPr>
            <a:lvl1pPr>
              <a:buNone/>
              <a:defRPr sz="1875" b="1">
                <a:solidFill>
                  <a:srgbClr val="9A3D57"/>
                </a:solidFill>
                <a:latin typeface="Arial"/>
                <a:ea typeface="Arial"/>
                <a:cs typeface="Arial"/>
              </a:defRPr>
            </a:lvl1pPr>
            <a:lvl2pPr>
              <a:buNone/>
              <a:defRPr sz="1875" b="1">
                <a:solidFill>
                  <a:srgbClr val="9A3D57"/>
                </a:solidFill>
                <a:latin typeface="Arial"/>
                <a:ea typeface="Arial"/>
                <a:cs typeface="Arial"/>
              </a:defRPr>
            </a:lvl2pPr>
            <a:lvl3pPr>
              <a:buNone/>
              <a:defRPr sz="1875" b="1">
                <a:solidFill>
                  <a:srgbClr val="9A3D57"/>
                </a:solidFill>
                <a:latin typeface="Arial"/>
                <a:ea typeface="Arial"/>
                <a:cs typeface="Arial"/>
              </a:defRPr>
            </a:lvl3pPr>
            <a:lvl4pPr>
              <a:buNone/>
              <a:defRPr sz="1875" b="1">
                <a:solidFill>
                  <a:srgbClr val="9A3D57"/>
                </a:solidFill>
                <a:latin typeface="Arial"/>
                <a:ea typeface="Arial"/>
                <a:cs typeface="Arial"/>
              </a:defRPr>
            </a:lvl4pPr>
            <a:lvl5pPr>
              <a:buNone/>
              <a:defRPr sz="1875" b="1">
                <a:solidFill>
                  <a:srgbClr val="9A3D57"/>
                </a:solidFill>
                <a:latin typeface="Arial"/>
                <a:ea typeface="Arial"/>
                <a:cs typeface="Arial"/>
              </a:defRPr>
            </a:lvl5pPr>
            <a:lvl6pPr>
              <a:buNone/>
              <a:defRPr sz="1875" b="1">
                <a:solidFill>
                  <a:srgbClr val="9A3D57"/>
                </a:solidFill>
                <a:latin typeface="Arial"/>
                <a:ea typeface="Arial"/>
                <a:cs typeface="Arial"/>
              </a:defRPr>
            </a:lvl6pPr>
            <a:lvl7pPr>
              <a:buNone/>
              <a:defRPr sz="1875" b="1">
                <a:solidFill>
                  <a:srgbClr val="9A3D57"/>
                </a:solidFill>
                <a:latin typeface="Arial"/>
                <a:ea typeface="Arial"/>
                <a:cs typeface="Arial"/>
              </a:defRPr>
            </a:lvl7pPr>
            <a:lvl8pPr>
              <a:buNone/>
              <a:defRPr sz="1875" b="1">
                <a:solidFill>
                  <a:srgbClr val="9A3D57"/>
                </a:solidFill>
                <a:latin typeface="Arial"/>
                <a:ea typeface="Arial"/>
                <a:cs typeface="Arial"/>
              </a:defRPr>
            </a:lvl8pPr>
            <a:lvl9pPr>
              <a:buNone/>
              <a:defRPr sz="1875" b="1">
                <a:solidFill>
                  <a:srgbClr val="9A3D57"/>
                </a:solidFill>
                <a:latin typeface="Arial"/>
                <a:ea typeface="Arial"/>
                <a:cs typeface="Arial"/>
              </a:defRPr>
            </a:lvl9pPr>
          </a:lstStyle>
          <a:p xmlns:a="http://schemas.openxmlformats.org/drawingml/2006/main">
            <a:pPr>
              <a:buNone/>
              <a:defRPr sz="1875" b="1">
                <a:solidFill>
                  <a:srgbClr val="9A3D57"/>
                </a:solidFill>
                <a:latin typeface="Arial"/>
                <a:ea typeface="Arial"/>
                <a:cs typeface="Arial"/>
              </a:defRPr>
            </a:pPr>
            <a:r>
              <a:rPr sz="1875" b="1">
                <a:solidFill>
                  <a:srgbClr val="9A3D57"/>
                </a:solidFill>
                <a:latin typeface="Arial"/>
                <a:ea typeface="Arial"/>
                <a:cs typeface="Arial"/>
              </a:rPr>
              <a:t>Sınıf demosu</a:t>
            </a:r>
          </a:p>
        </p:txBody>
      </p:sp>
      <p:sp>
        <p:nvSpPr>
          <p:cNvPr id="8" name="Paylaşım menüsünü açın, içeriği gösterin">
            <a:extLst xmlns:a="http://schemas.openxmlformats.org/drawingml/2006/main">
              <a:ext uri="{FF2B5EF4-FFF2-40B4-BE49-F238E27FC236}">
                <a16:creationId xmlns:a16="http://schemas.microsoft.com/office/drawing/2014/main" id="{15E69850-E241-40B9-A700-E3305F72E91A}"/>
              </a:ext>
            </a:extLst>
          </p:cNvPr>
          <p:cNvSpPr>
            <a:spLocks xmlns:a="http://schemas.openxmlformats.org/drawingml/2006/main" noGrp="1"/>
          </p:cNvSpPr>
          <p:nvPr/>
        </p:nvSpPr>
        <p:spPr>
          <a:xfrm xmlns:a="http://schemas.openxmlformats.org/drawingml/2006/main">
            <a:off x="609600" y="55816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Paylaşım menüsünü açın, içeriği gösterin ve göndermeden iptal edin.</a:t>
            </a:r>
          </a:p>
        </p:txBody>
      </p:sp>
    </p:spTree>
    <p:extLst>
      <p:ext uri="{BB962C8B-B14F-4D97-AF65-F5344CB8AC3E}">
        <p14:creationId xmlns:p14="http://schemas.microsoft.com/office/powerpoint/2010/main" val="693126105"/>
      </p:ext>
    </p:extLst>
  </p:cSld>
</p:sld>
</file>

<file path=ppt/slides/slide2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GRUP 5 / KISA KAVRAM NOTLARI">
            <a:extLst xmlns:a="http://schemas.openxmlformats.org/drawingml/2006/main">
              <a:ext uri="{FF2B5EF4-FFF2-40B4-BE49-F238E27FC236}">
                <a16:creationId xmlns:a16="http://schemas.microsoft.com/office/drawing/2014/main" id="{E2926CBB-7FA4-42D4-8E14-66AB13F439DB}"/>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6055A2"/>
                </a:solidFill>
                <a:latin typeface="Arial"/>
                <a:ea typeface="Arial"/>
                <a:cs typeface="Arial"/>
              </a:defRPr>
            </a:defPPr>
            <a:lvl1pPr>
              <a:defRPr sz="1425" b="1">
                <a:solidFill>
                  <a:srgbClr val="6055A2"/>
                </a:solidFill>
                <a:latin typeface="Arial"/>
                <a:ea typeface="Arial"/>
                <a:cs typeface="Arial"/>
              </a:defRPr>
            </a:lvl1pPr>
            <a:lvl2pPr>
              <a:defRPr sz="1425" b="1">
                <a:solidFill>
                  <a:srgbClr val="6055A2"/>
                </a:solidFill>
                <a:latin typeface="Arial"/>
                <a:ea typeface="Arial"/>
                <a:cs typeface="Arial"/>
              </a:defRPr>
            </a:lvl2pPr>
            <a:lvl3pPr>
              <a:defRPr sz="1425" b="1">
                <a:solidFill>
                  <a:srgbClr val="6055A2"/>
                </a:solidFill>
                <a:latin typeface="Arial"/>
                <a:ea typeface="Arial"/>
                <a:cs typeface="Arial"/>
              </a:defRPr>
            </a:lvl3pPr>
            <a:lvl4pPr>
              <a:defRPr sz="1425" b="1">
                <a:solidFill>
                  <a:srgbClr val="6055A2"/>
                </a:solidFill>
                <a:latin typeface="Arial"/>
                <a:ea typeface="Arial"/>
                <a:cs typeface="Arial"/>
              </a:defRPr>
            </a:lvl4pPr>
            <a:lvl5pPr>
              <a:defRPr sz="1425" b="1">
                <a:solidFill>
                  <a:srgbClr val="6055A2"/>
                </a:solidFill>
                <a:latin typeface="Arial"/>
                <a:ea typeface="Arial"/>
                <a:cs typeface="Arial"/>
              </a:defRPr>
            </a:lvl5pPr>
            <a:lvl6pPr>
              <a:defRPr sz="1425" b="1">
                <a:solidFill>
                  <a:srgbClr val="6055A2"/>
                </a:solidFill>
                <a:latin typeface="Arial"/>
                <a:ea typeface="Arial"/>
                <a:cs typeface="Arial"/>
              </a:defRPr>
            </a:lvl6pPr>
            <a:lvl7pPr>
              <a:defRPr sz="1425" b="1">
                <a:solidFill>
                  <a:srgbClr val="6055A2"/>
                </a:solidFill>
                <a:latin typeface="Arial"/>
                <a:ea typeface="Arial"/>
                <a:cs typeface="Arial"/>
              </a:defRPr>
            </a:lvl7pPr>
            <a:lvl8pPr>
              <a:defRPr sz="1425" b="1">
                <a:solidFill>
                  <a:srgbClr val="6055A2"/>
                </a:solidFill>
                <a:latin typeface="Arial"/>
                <a:ea typeface="Arial"/>
                <a:cs typeface="Arial"/>
              </a:defRPr>
            </a:lvl8pPr>
            <a:lvl9pPr>
              <a:defRPr sz="1425" b="1">
                <a:solidFill>
                  <a:srgbClr val="6055A2"/>
                </a:solidFill>
                <a:latin typeface="Arial"/>
                <a:ea typeface="Arial"/>
                <a:cs typeface="Arial"/>
              </a:defRPr>
            </a:lvl9pPr>
          </a:lstStyle>
          <a:p xmlns:a="http://schemas.openxmlformats.org/drawingml/2006/main">
            <a:pPr>
              <a:defRPr sz="1425" b="1">
                <a:solidFill>
                  <a:srgbClr val="6055A2"/>
                </a:solidFill>
                <a:latin typeface="Arial"/>
                <a:ea typeface="Arial"/>
                <a:cs typeface="Arial"/>
              </a:defRPr>
            </a:pPr>
            <a:r>
              <a:rPr sz="1425" b="1">
                <a:solidFill>
                  <a:srgbClr val="6055A2"/>
                </a:solidFill>
                <a:latin typeface="Arial"/>
                <a:ea typeface="Arial"/>
                <a:cs typeface="Arial"/>
              </a:rPr>
              <a:t>GRUP 5 / KISA KAVRAM NOTLARI</a:t>
            </a:r>
          </a:p>
        </p:txBody>
      </p:sp>
      <p:sp>
        <p:nvSpPr>
          <p:cNvPr id="2" name="ViewModel ve durum koruma">
            <a:extLst xmlns:a="http://schemas.openxmlformats.org/drawingml/2006/main">
              <a:ext uri="{FF2B5EF4-FFF2-40B4-BE49-F238E27FC236}">
                <a16:creationId xmlns:a16="http://schemas.microsoft.com/office/drawing/2014/main" id="{FC91827C-E12D-4AB3-B8F2-06D839104C5E}"/>
              </a:ext>
            </a:extLst>
          </p:cNvPr>
          <p:cNvSpPr>
            <a:spLocks xmlns:a="http://schemas.openxmlformats.org/drawingml/2006/main" noGrp="1"/>
          </p:cNvSpPr>
          <p:nvPr/>
        </p:nvSpPr>
        <p:spPr>
          <a:xfrm xmlns:a="http://schemas.openxmlformats.org/drawingml/2006/main">
            <a:off x="609600" y="781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defRPr sz="3225" b="1">
                <a:solidFill>
                  <a:srgbClr val="143E37"/>
                </a:solidFill>
                <a:latin typeface="Arial"/>
                <a:ea typeface="Arial"/>
                <a:cs typeface="Arial"/>
              </a:defRPr>
            </a:lvl1pPr>
            <a:lvl2pPr>
              <a:defRPr sz="3225" b="1">
                <a:solidFill>
                  <a:srgbClr val="143E37"/>
                </a:solidFill>
                <a:latin typeface="Arial"/>
                <a:ea typeface="Arial"/>
                <a:cs typeface="Arial"/>
              </a:defRPr>
            </a:lvl2pPr>
            <a:lvl3pPr>
              <a:defRPr sz="3225" b="1">
                <a:solidFill>
                  <a:srgbClr val="143E37"/>
                </a:solidFill>
                <a:latin typeface="Arial"/>
                <a:ea typeface="Arial"/>
                <a:cs typeface="Arial"/>
              </a:defRPr>
            </a:lvl3pPr>
            <a:lvl4pPr>
              <a:defRPr sz="3225" b="1">
                <a:solidFill>
                  <a:srgbClr val="143E37"/>
                </a:solidFill>
                <a:latin typeface="Arial"/>
                <a:ea typeface="Arial"/>
                <a:cs typeface="Arial"/>
              </a:defRPr>
            </a:lvl4pPr>
            <a:lvl5pPr>
              <a:defRPr sz="3225" b="1">
                <a:solidFill>
                  <a:srgbClr val="143E37"/>
                </a:solidFill>
                <a:latin typeface="Arial"/>
                <a:ea typeface="Arial"/>
                <a:cs typeface="Arial"/>
              </a:defRPr>
            </a:lvl5pPr>
            <a:lvl6pPr>
              <a:defRPr sz="3225" b="1">
                <a:solidFill>
                  <a:srgbClr val="143E37"/>
                </a:solidFill>
                <a:latin typeface="Arial"/>
                <a:ea typeface="Arial"/>
                <a:cs typeface="Arial"/>
              </a:defRPr>
            </a:lvl6pPr>
            <a:lvl7pPr>
              <a:defRPr sz="3225" b="1">
                <a:solidFill>
                  <a:srgbClr val="143E37"/>
                </a:solidFill>
                <a:latin typeface="Arial"/>
                <a:ea typeface="Arial"/>
                <a:cs typeface="Arial"/>
              </a:defRPr>
            </a:lvl7pPr>
            <a:lvl8pPr>
              <a:defRPr sz="3225" b="1">
                <a:solidFill>
                  <a:srgbClr val="143E37"/>
                </a:solidFill>
                <a:latin typeface="Arial"/>
                <a:ea typeface="Arial"/>
                <a:cs typeface="Arial"/>
              </a:defRPr>
            </a:lvl8pPr>
            <a:lvl9pPr>
              <a:defRPr sz="3225" b="1">
                <a:solidFill>
                  <a:srgbClr val="143E37"/>
                </a:solidFill>
                <a:latin typeface="Arial"/>
                <a:ea typeface="Arial"/>
                <a:cs typeface="Arial"/>
              </a:defRPr>
            </a:lvl9pPr>
          </a:lstStyle>
          <a:p xmlns:a="http://schemas.openxmlformats.org/drawingml/2006/main">
            <a:pPr>
              <a:defRPr sz="3225" b="1">
                <a:solidFill>
                  <a:srgbClr val="143E37"/>
                </a:solidFill>
                <a:latin typeface="Arial"/>
                <a:ea typeface="Arial"/>
                <a:cs typeface="Arial"/>
              </a:defRPr>
            </a:pPr>
            <a:r>
              <a:rPr sz="3225" b="1">
                <a:solidFill>
                  <a:srgbClr val="143E37"/>
                </a:solidFill>
                <a:latin typeface="Arial"/>
                <a:ea typeface="Arial"/>
                <a:cs typeface="Arial"/>
              </a:rPr>
              <a:t>ViewModel ve durum koruma</a:t>
            </a:r>
          </a:p>
        </p:txBody>
      </p:sp>
      <p:sp>
        <p:nvSpPr>
          <p:cNvPr id="3" name="ViewModel">
            <a:extLst xmlns:a="http://schemas.openxmlformats.org/drawingml/2006/main">
              <a:ext uri="{FF2B5EF4-FFF2-40B4-BE49-F238E27FC236}">
                <a16:creationId xmlns:a16="http://schemas.microsoft.com/office/drawing/2014/main" id="{F90AEB7D-3AE2-4B45-A904-900C6C80505A}"/>
              </a:ext>
            </a:extLst>
          </p:cNvPr>
          <p:cNvSpPr>
            <a:spLocks xmlns:a="http://schemas.openxmlformats.org/drawingml/2006/main" noGrp="1"/>
          </p:cNvSpPr>
          <p:nvPr/>
        </p:nvSpPr>
        <p:spPr>
          <a:xfrm xmlns:a="http://schemas.openxmlformats.org/drawingml/2006/main">
            <a:off x="609600" y="180022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6055A2"/>
                </a:solidFill>
                <a:latin typeface="Arial"/>
                <a:ea typeface="Arial"/>
                <a:cs typeface="Arial"/>
              </a:defRPr>
            </a:defPPr>
            <a:lvl1pPr>
              <a:defRPr sz="2175" b="1">
                <a:solidFill>
                  <a:srgbClr val="6055A2"/>
                </a:solidFill>
                <a:latin typeface="Arial"/>
                <a:ea typeface="Arial"/>
                <a:cs typeface="Arial"/>
              </a:defRPr>
            </a:lvl1pPr>
            <a:lvl2pPr>
              <a:defRPr sz="2175" b="1">
                <a:solidFill>
                  <a:srgbClr val="6055A2"/>
                </a:solidFill>
                <a:latin typeface="Arial"/>
                <a:ea typeface="Arial"/>
                <a:cs typeface="Arial"/>
              </a:defRPr>
            </a:lvl2pPr>
            <a:lvl3pPr>
              <a:defRPr sz="2175" b="1">
                <a:solidFill>
                  <a:srgbClr val="6055A2"/>
                </a:solidFill>
                <a:latin typeface="Arial"/>
                <a:ea typeface="Arial"/>
                <a:cs typeface="Arial"/>
              </a:defRPr>
            </a:lvl3pPr>
            <a:lvl4pPr>
              <a:defRPr sz="2175" b="1">
                <a:solidFill>
                  <a:srgbClr val="6055A2"/>
                </a:solidFill>
                <a:latin typeface="Arial"/>
                <a:ea typeface="Arial"/>
                <a:cs typeface="Arial"/>
              </a:defRPr>
            </a:lvl4pPr>
            <a:lvl5pPr>
              <a:defRPr sz="2175" b="1">
                <a:solidFill>
                  <a:srgbClr val="6055A2"/>
                </a:solidFill>
                <a:latin typeface="Arial"/>
                <a:ea typeface="Arial"/>
                <a:cs typeface="Arial"/>
              </a:defRPr>
            </a:lvl5pPr>
            <a:lvl6pPr>
              <a:defRPr sz="2175" b="1">
                <a:solidFill>
                  <a:srgbClr val="6055A2"/>
                </a:solidFill>
                <a:latin typeface="Arial"/>
                <a:ea typeface="Arial"/>
                <a:cs typeface="Arial"/>
              </a:defRPr>
            </a:lvl6pPr>
            <a:lvl7pPr>
              <a:defRPr sz="2175" b="1">
                <a:solidFill>
                  <a:srgbClr val="6055A2"/>
                </a:solidFill>
                <a:latin typeface="Arial"/>
                <a:ea typeface="Arial"/>
                <a:cs typeface="Arial"/>
              </a:defRPr>
            </a:lvl7pPr>
            <a:lvl8pPr>
              <a:defRPr sz="2175" b="1">
                <a:solidFill>
                  <a:srgbClr val="6055A2"/>
                </a:solidFill>
                <a:latin typeface="Arial"/>
                <a:ea typeface="Arial"/>
                <a:cs typeface="Arial"/>
              </a:defRPr>
            </a:lvl8pPr>
            <a:lvl9pPr>
              <a:defRPr sz="2175" b="1">
                <a:solidFill>
                  <a:srgbClr val="6055A2"/>
                </a:solidFill>
                <a:latin typeface="Arial"/>
                <a:ea typeface="Arial"/>
                <a:cs typeface="Arial"/>
              </a:defRPr>
            </a:lvl9pPr>
          </a:lstStyle>
          <a:p xmlns:a="http://schemas.openxmlformats.org/drawingml/2006/main">
            <a:pPr>
              <a:defRPr sz="2175" b="1">
                <a:solidFill>
                  <a:srgbClr val="6055A2"/>
                </a:solidFill>
                <a:latin typeface="Arial"/>
                <a:ea typeface="Arial"/>
                <a:cs typeface="Arial"/>
              </a:defRPr>
            </a:pPr>
            <a:r>
              <a:rPr sz="2175" b="1">
                <a:solidFill>
                  <a:srgbClr val="6055A2"/>
                </a:solidFill>
                <a:latin typeface="Arial"/>
                <a:ea typeface="Arial"/>
                <a:cs typeface="Arial"/>
              </a:rPr>
              <a:t>ViewModel</a:t>
            </a:r>
          </a:p>
        </p:txBody>
      </p:sp>
      <p:sp>
        <p:nvSpPr>
          <p:cNvPr id="4" name="Ekrana ait veriyi ve ilgili işlemleri tutar. ">
            <a:extLst xmlns:a="http://schemas.openxmlformats.org/drawingml/2006/main">
              <a:ext uri="{FF2B5EF4-FFF2-40B4-BE49-F238E27FC236}">
                <a16:creationId xmlns:a16="http://schemas.microsoft.com/office/drawing/2014/main" id="{106C1628-2305-439F-8FBC-50068A141EA8}"/>
              </a:ext>
            </a:extLst>
          </p:cNvPr>
          <p:cNvSpPr>
            <a:spLocks xmlns:a="http://schemas.openxmlformats.org/drawingml/2006/main" noGrp="1"/>
          </p:cNvSpPr>
          <p:nvPr/>
        </p:nvSpPr>
        <p:spPr>
          <a:xfrm xmlns:a="http://schemas.openxmlformats.org/drawingml/2006/main">
            <a:off x="609600" y="220980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defRPr sz="2100" b="0">
                <a:solidFill>
                  <a:srgbClr val="183C36"/>
                </a:solidFill>
                <a:latin typeface="Arial"/>
                <a:ea typeface="Arial"/>
                <a:cs typeface="Arial"/>
              </a:defRPr>
            </a:lvl1pPr>
            <a:lvl2pPr>
              <a:defRPr sz="2100" b="0">
                <a:solidFill>
                  <a:srgbClr val="183C36"/>
                </a:solidFill>
                <a:latin typeface="Arial"/>
                <a:ea typeface="Arial"/>
                <a:cs typeface="Arial"/>
              </a:defRPr>
            </a:lvl2pPr>
            <a:lvl3pPr>
              <a:defRPr sz="2100" b="0">
                <a:solidFill>
                  <a:srgbClr val="183C36"/>
                </a:solidFill>
                <a:latin typeface="Arial"/>
                <a:ea typeface="Arial"/>
                <a:cs typeface="Arial"/>
              </a:defRPr>
            </a:lvl3pPr>
            <a:lvl4pPr>
              <a:defRPr sz="2100" b="0">
                <a:solidFill>
                  <a:srgbClr val="183C36"/>
                </a:solidFill>
                <a:latin typeface="Arial"/>
                <a:ea typeface="Arial"/>
                <a:cs typeface="Arial"/>
              </a:defRPr>
            </a:lvl4pPr>
            <a:lvl5pPr>
              <a:defRPr sz="2100" b="0">
                <a:solidFill>
                  <a:srgbClr val="183C36"/>
                </a:solidFill>
                <a:latin typeface="Arial"/>
                <a:ea typeface="Arial"/>
                <a:cs typeface="Arial"/>
              </a:defRPr>
            </a:lvl5pPr>
            <a:lvl6pPr>
              <a:defRPr sz="2100" b="0">
                <a:solidFill>
                  <a:srgbClr val="183C36"/>
                </a:solidFill>
                <a:latin typeface="Arial"/>
                <a:ea typeface="Arial"/>
                <a:cs typeface="Arial"/>
              </a:defRPr>
            </a:lvl6pPr>
            <a:lvl7pPr>
              <a:defRPr sz="2100" b="0">
                <a:solidFill>
                  <a:srgbClr val="183C36"/>
                </a:solidFill>
                <a:latin typeface="Arial"/>
                <a:ea typeface="Arial"/>
                <a:cs typeface="Arial"/>
              </a:defRPr>
            </a:lvl7pPr>
            <a:lvl8pPr>
              <a:defRPr sz="2100" b="0">
                <a:solidFill>
                  <a:srgbClr val="183C36"/>
                </a:solidFill>
                <a:latin typeface="Arial"/>
                <a:ea typeface="Arial"/>
                <a:cs typeface="Arial"/>
              </a:defRPr>
            </a:lvl8pPr>
            <a:lvl9pPr>
              <a:defRPr sz="2100" b="0">
                <a:solidFill>
                  <a:srgbClr val="183C36"/>
                </a:solidFill>
                <a:latin typeface="Arial"/>
                <a:ea typeface="Arial"/>
                <a:cs typeface="Arial"/>
              </a:defRPr>
            </a:lvl9pPr>
          </a:lstStyle>
          <a:p xmlns:a="http://schemas.openxmlformats.org/drawingml/2006/main">
            <a:pPr>
              <a:defRPr sz="2100" b="0">
                <a:solidFill>
                  <a:srgbClr val="183C36"/>
                </a:solidFill>
                <a:latin typeface="Arial"/>
                <a:ea typeface="Arial"/>
                <a:cs typeface="Arial"/>
              </a:defRPr>
            </a:pPr>
            <a:r>
              <a:rPr sz="2100" b="0">
                <a:solidFill>
                  <a:srgbClr val="183C36"/>
                </a:solidFill>
                <a:latin typeface="Arial"/>
                <a:ea typeface="Arial"/>
                <a:cs typeface="Arial"/>
              </a:rPr>
              <a:t>Ekrana ait veriyi ve ilgili işlemleri tutar. Bu projede NotDefteri nesnesinin sahibi olur.</a:t>
            </a:r>
          </a:p>
        </p:txBody>
      </p:sp>
      <p:sp>
        <p:nvSpPr>
          <p:cNvPr id="5" name="Ekran döndürme">
            <a:extLst xmlns:a="http://schemas.openxmlformats.org/drawingml/2006/main">
              <a:ext uri="{FF2B5EF4-FFF2-40B4-BE49-F238E27FC236}">
                <a16:creationId xmlns:a16="http://schemas.microsoft.com/office/drawing/2014/main" id="{0871A744-263D-4952-AC38-38592D830970}"/>
              </a:ext>
            </a:extLst>
          </p:cNvPr>
          <p:cNvSpPr>
            <a:spLocks xmlns:a="http://schemas.openxmlformats.org/drawingml/2006/main" noGrp="1"/>
          </p:cNvSpPr>
          <p:nvPr/>
        </p:nvSpPr>
        <p:spPr>
          <a:xfrm xmlns:a="http://schemas.openxmlformats.org/drawingml/2006/main">
            <a:off x="609600" y="287655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6055A2"/>
                </a:solidFill>
                <a:latin typeface="Arial"/>
                <a:ea typeface="Arial"/>
                <a:cs typeface="Arial"/>
              </a:defRPr>
            </a:defPPr>
            <a:lvl1pPr>
              <a:defRPr sz="2175" b="1">
                <a:solidFill>
                  <a:srgbClr val="6055A2"/>
                </a:solidFill>
                <a:latin typeface="Arial"/>
                <a:ea typeface="Arial"/>
                <a:cs typeface="Arial"/>
              </a:defRPr>
            </a:lvl1pPr>
            <a:lvl2pPr>
              <a:defRPr sz="2175" b="1">
                <a:solidFill>
                  <a:srgbClr val="6055A2"/>
                </a:solidFill>
                <a:latin typeface="Arial"/>
                <a:ea typeface="Arial"/>
                <a:cs typeface="Arial"/>
              </a:defRPr>
            </a:lvl2pPr>
            <a:lvl3pPr>
              <a:defRPr sz="2175" b="1">
                <a:solidFill>
                  <a:srgbClr val="6055A2"/>
                </a:solidFill>
                <a:latin typeface="Arial"/>
                <a:ea typeface="Arial"/>
                <a:cs typeface="Arial"/>
              </a:defRPr>
            </a:lvl3pPr>
            <a:lvl4pPr>
              <a:defRPr sz="2175" b="1">
                <a:solidFill>
                  <a:srgbClr val="6055A2"/>
                </a:solidFill>
                <a:latin typeface="Arial"/>
                <a:ea typeface="Arial"/>
                <a:cs typeface="Arial"/>
              </a:defRPr>
            </a:lvl4pPr>
            <a:lvl5pPr>
              <a:defRPr sz="2175" b="1">
                <a:solidFill>
                  <a:srgbClr val="6055A2"/>
                </a:solidFill>
                <a:latin typeface="Arial"/>
                <a:ea typeface="Arial"/>
                <a:cs typeface="Arial"/>
              </a:defRPr>
            </a:lvl5pPr>
            <a:lvl6pPr>
              <a:defRPr sz="2175" b="1">
                <a:solidFill>
                  <a:srgbClr val="6055A2"/>
                </a:solidFill>
                <a:latin typeface="Arial"/>
                <a:ea typeface="Arial"/>
                <a:cs typeface="Arial"/>
              </a:defRPr>
            </a:lvl6pPr>
            <a:lvl7pPr>
              <a:defRPr sz="2175" b="1">
                <a:solidFill>
                  <a:srgbClr val="6055A2"/>
                </a:solidFill>
                <a:latin typeface="Arial"/>
                <a:ea typeface="Arial"/>
                <a:cs typeface="Arial"/>
              </a:defRPr>
            </a:lvl7pPr>
            <a:lvl8pPr>
              <a:defRPr sz="2175" b="1">
                <a:solidFill>
                  <a:srgbClr val="6055A2"/>
                </a:solidFill>
                <a:latin typeface="Arial"/>
                <a:ea typeface="Arial"/>
                <a:cs typeface="Arial"/>
              </a:defRPr>
            </a:lvl8pPr>
            <a:lvl9pPr>
              <a:defRPr sz="2175" b="1">
                <a:solidFill>
                  <a:srgbClr val="6055A2"/>
                </a:solidFill>
                <a:latin typeface="Arial"/>
                <a:ea typeface="Arial"/>
                <a:cs typeface="Arial"/>
              </a:defRPr>
            </a:lvl9pPr>
          </a:lstStyle>
          <a:p xmlns:a="http://schemas.openxmlformats.org/drawingml/2006/main">
            <a:pPr>
              <a:defRPr sz="2175" b="1">
                <a:solidFill>
                  <a:srgbClr val="6055A2"/>
                </a:solidFill>
                <a:latin typeface="Arial"/>
                <a:ea typeface="Arial"/>
                <a:cs typeface="Arial"/>
              </a:defRPr>
            </a:pPr>
            <a:r>
              <a:rPr sz="2175" b="1">
                <a:solidFill>
                  <a:srgbClr val="6055A2"/>
                </a:solidFill>
                <a:latin typeface="Arial"/>
                <a:ea typeface="Arial"/>
                <a:cs typeface="Arial"/>
              </a:rPr>
              <a:t>Ekran döndürme</a:t>
            </a:r>
          </a:p>
        </p:txBody>
      </p:sp>
      <p:sp>
        <p:nvSpPr>
          <p:cNvPr id="6" name="Activity yeniden oluşturulur. ViewModel korun">
            <a:extLst xmlns:a="http://schemas.openxmlformats.org/drawingml/2006/main">
              <a:ext uri="{FF2B5EF4-FFF2-40B4-BE49-F238E27FC236}">
                <a16:creationId xmlns:a16="http://schemas.microsoft.com/office/drawing/2014/main" id="{309C44CF-C7FA-4CCF-9BA1-953BDECE361C}"/>
              </a:ext>
            </a:extLst>
          </p:cNvPr>
          <p:cNvSpPr>
            <a:spLocks xmlns:a="http://schemas.openxmlformats.org/drawingml/2006/main" noGrp="1"/>
          </p:cNvSpPr>
          <p:nvPr/>
        </p:nvSpPr>
        <p:spPr>
          <a:xfrm xmlns:a="http://schemas.openxmlformats.org/drawingml/2006/main">
            <a:off x="609600" y="328612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defRPr sz="2100" b="0">
                <a:solidFill>
                  <a:srgbClr val="183C36"/>
                </a:solidFill>
                <a:latin typeface="Arial"/>
                <a:ea typeface="Arial"/>
                <a:cs typeface="Arial"/>
              </a:defRPr>
            </a:lvl1pPr>
            <a:lvl2pPr>
              <a:defRPr sz="2100" b="0">
                <a:solidFill>
                  <a:srgbClr val="183C36"/>
                </a:solidFill>
                <a:latin typeface="Arial"/>
                <a:ea typeface="Arial"/>
                <a:cs typeface="Arial"/>
              </a:defRPr>
            </a:lvl2pPr>
            <a:lvl3pPr>
              <a:defRPr sz="2100" b="0">
                <a:solidFill>
                  <a:srgbClr val="183C36"/>
                </a:solidFill>
                <a:latin typeface="Arial"/>
                <a:ea typeface="Arial"/>
                <a:cs typeface="Arial"/>
              </a:defRPr>
            </a:lvl3pPr>
            <a:lvl4pPr>
              <a:defRPr sz="2100" b="0">
                <a:solidFill>
                  <a:srgbClr val="183C36"/>
                </a:solidFill>
                <a:latin typeface="Arial"/>
                <a:ea typeface="Arial"/>
                <a:cs typeface="Arial"/>
              </a:defRPr>
            </a:lvl4pPr>
            <a:lvl5pPr>
              <a:defRPr sz="2100" b="0">
                <a:solidFill>
                  <a:srgbClr val="183C36"/>
                </a:solidFill>
                <a:latin typeface="Arial"/>
                <a:ea typeface="Arial"/>
                <a:cs typeface="Arial"/>
              </a:defRPr>
            </a:lvl5pPr>
            <a:lvl6pPr>
              <a:defRPr sz="2100" b="0">
                <a:solidFill>
                  <a:srgbClr val="183C36"/>
                </a:solidFill>
                <a:latin typeface="Arial"/>
                <a:ea typeface="Arial"/>
                <a:cs typeface="Arial"/>
              </a:defRPr>
            </a:lvl6pPr>
            <a:lvl7pPr>
              <a:defRPr sz="2100" b="0">
                <a:solidFill>
                  <a:srgbClr val="183C36"/>
                </a:solidFill>
                <a:latin typeface="Arial"/>
                <a:ea typeface="Arial"/>
                <a:cs typeface="Arial"/>
              </a:defRPr>
            </a:lvl7pPr>
            <a:lvl8pPr>
              <a:defRPr sz="2100" b="0">
                <a:solidFill>
                  <a:srgbClr val="183C36"/>
                </a:solidFill>
                <a:latin typeface="Arial"/>
                <a:ea typeface="Arial"/>
                <a:cs typeface="Arial"/>
              </a:defRPr>
            </a:lvl8pPr>
            <a:lvl9pPr>
              <a:defRPr sz="2100" b="0">
                <a:solidFill>
                  <a:srgbClr val="183C36"/>
                </a:solidFill>
                <a:latin typeface="Arial"/>
                <a:ea typeface="Arial"/>
                <a:cs typeface="Arial"/>
              </a:defRPr>
            </a:lvl9pPr>
          </a:lstStyle>
          <a:p xmlns:a="http://schemas.openxmlformats.org/drawingml/2006/main">
            <a:pPr>
              <a:defRPr sz="2100" b="0">
                <a:solidFill>
                  <a:srgbClr val="183C36"/>
                </a:solidFill>
                <a:latin typeface="Arial"/>
                <a:ea typeface="Arial"/>
                <a:cs typeface="Arial"/>
              </a:defRPr>
            </a:pPr>
            <a:r>
              <a:rPr sz="2100" b="0">
                <a:solidFill>
                  <a:srgbClr val="183C36"/>
                </a:solidFill>
                <a:latin typeface="Arial"/>
                <a:ea typeface="Arial"/>
                <a:cs typeface="Arial"/>
              </a:rPr>
              <a:t>Activity yeniden oluşturulur. ViewModel korunur ve yeni Activity mevcut notları tekrar gösterir.</a:t>
            </a:r>
          </a:p>
        </p:txBody>
      </p:sp>
      <p:sp>
        <p:nvSpPr>
          <p:cNvPr id="7" name="Ömrü ve sınırı">
            <a:extLst xmlns:a="http://schemas.openxmlformats.org/drawingml/2006/main">
              <a:ext uri="{FF2B5EF4-FFF2-40B4-BE49-F238E27FC236}">
                <a16:creationId xmlns:a16="http://schemas.microsoft.com/office/drawing/2014/main" id="{32C38FC0-7F88-4E89-BDFB-973C5A25AE3C}"/>
              </a:ext>
            </a:extLst>
          </p:cNvPr>
          <p:cNvSpPr>
            <a:spLocks xmlns:a="http://schemas.openxmlformats.org/drawingml/2006/main" noGrp="1"/>
          </p:cNvSpPr>
          <p:nvPr/>
        </p:nvSpPr>
        <p:spPr>
          <a:xfrm xmlns:a="http://schemas.openxmlformats.org/drawingml/2006/main">
            <a:off x="609600" y="39528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6055A2"/>
                </a:solidFill>
                <a:latin typeface="Arial"/>
                <a:ea typeface="Arial"/>
                <a:cs typeface="Arial"/>
              </a:defRPr>
            </a:defPPr>
            <a:lvl1pPr>
              <a:defRPr sz="2175" b="1">
                <a:solidFill>
                  <a:srgbClr val="6055A2"/>
                </a:solidFill>
                <a:latin typeface="Arial"/>
                <a:ea typeface="Arial"/>
                <a:cs typeface="Arial"/>
              </a:defRPr>
            </a:lvl1pPr>
            <a:lvl2pPr>
              <a:defRPr sz="2175" b="1">
                <a:solidFill>
                  <a:srgbClr val="6055A2"/>
                </a:solidFill>
                <a:latin typeface="Arial"/>
                <a:ea typeface="Arial"/>
                <a:cs typeface="Arial"/>
              </a:defRPr>
            </a:lvl2pPr>
            <a:lvl3pPr>
              <a:defRPr sz="2175" b="1">
                <a:solidFill>
                  <a:srgbClr val="6055A2"/>
                </a:solidFill>
                <a:latin typeface="Arial"/>
                <a:ea typeface="Arial"/>
                <a:cs typeface="Arial"/>
              </a:defRPr>
            </a:lvl3pPr>
            <a:lvl4pPr>
              <a:defRPr sz="2175" b="1">
                <a:solidFill>
                  <a:srgbClr val="6055A2"/>
                </a:solidFill>
                <a:latin typeface="Arial"/>
                <a:ea typeface="Arial"/>
                <a:cs typeface="Arial"/>
              </a:defRPr>
            </a:lvl4pPr>
            <a:lvl5pPr>
              <a:defRPr sz="2175" b="1">
                <a:solidFill>
                  <a:srgbClr val="6055A2"/>
                </a:solidFill>
                <a:latin typeface="Arial"/>
                <a:ea typeface="Arial"/>
                <a:cs typeface="Arial"/>
              </a:defRPr>
            </a:lvl5pPr>
            <a:lvl6pPr>
              <a:defRPr sz="2175" b="1">
                <a:solidFill>
                  <a:srgbClr val="6055A2"/>
                </a:solidFill>
                <a:latin typeface="Arial"/>
                <a:ea typeface="Arial"/>
                <a:cs typeface="Arial"/>
              </a:defRPr>
            </a:lvl6pPr>
            <a:lvl7pPr>
              <a:defRPr sz="2175" b="1">
                <a:solidFill>
                  <a:srgbClr val="6055A2"/>
                </a:solidFill>
                <a:latin typeface="Arial"/>
                <a:ea typeface="Arial"/>
                <a:cs typeface="Arial"/>
              </a:defRPr>
            </a:lvl7pPr>
            <a:lvl8pPr>
              <a:defRPr sz="2175" b="1">
                <a:solidFill>
                  <a:srgbClr val="6055A2"/>
                </a:solidFill>
                <a:latin typeface="Arial"/>
                <a:ea typeface="Arial"/>
                <a:cs typeface="Arial"/>
              </a:defRPr>
            </a:lvl8pPr>
            <a:lvl9pPr>
              <a:defRPr sz="2175" b="1">
                <a:solidFill>
                  <a:srgbClr val="6055A2"/>
                </a:solidFill>
                <a:latin typeface="Arial"/>
                <a:ea typeface="Arial"/>
                <a:cs typeface="Arial"/>
              </a:defRPr>
            </a:lvl9pPr>
          </a:lstStyle>
          <a:p xmlns:a="http://schemas.openxmlformats.org/drawingml/2006/main">
            <a:pPr>
              <a:defRPr sz="2175" b="1">
                <a:solidFill>
                  <a:srgbClr val="6055A2"/>
                </a:solidFill>
                <a:latin typeface="Arial"/>
                <a:ea typeface="Arial"/>
                <a:cs typeface="Arial"/>
              </a:defRPr>
            </a:pPr>
            <a:r>
              <a:rPr sz="2175" b="1">
                <a:solidFill>
                  <a:srgbClr val="6055A2"/>
                </a:solidFill>
                <a:latin typeface="Arial"/>
                <a:ea typeface="Arial"/>
                <a:cs typeface="Arial"/>
              </a:rPr>
              <a:t>Ömrü ve sınırı</a:t>
            </a:r>
          </a:p>
        </p:txBody>
      </p:sp>
      <p:sp>
        <p:nvSpPr>
          <p:cNvPr id="8" name="ViewModel bellektedir. Kapsamı bittiğinde tem">
            <a:extLst xmlns:a="http://schemas.openxmlformats.org/drawingml/2006/main">
              <a:ext uri="{FF2B5EF4-FFF2-40B4-BE49-F238E27FC236}">
                <a16:creationId xmlns:a16="http://schemas.microsoft.com/office/drawing/2014/main" id="{A6EEB909-6F51-4C2A-B873-B0E5307E73F2}"/>
              </a:ext>
            </a:extLst>
          </p:cNvPr>
          <p:cNvSpPr>
            <a:spLocks xmlns:a="http://schemas.openxmlformats.org/drawingml/2006/main" noGrp="1"/>
          </p:cNvSpPr>
          <p:nvPr/>
        </p:nvSpPr>
        <p:spPr>
          <a:xfrm xmlns:a="http://schemas.openxmlformats.org/drawingml/2006/main">
            <a:off x="609600" y="436245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defRPr sz="2100" b="0">
                <a:solidFill>
                  <a:srgbClr val="183C36"/>
                </a:solidFill>
                <a:latin typeface="Arial"/>
                <a:ea typeface="Arial"/>
                <a:cs typeface="Arial"/>
              </a:defRPr>
            </a:lvl1pPr>
            <a:lvl2pPr>
              <a:defRPr sz="2100" b="0">
                <a:solidFill>
                  <a:srgbClr val="183C36"/>
                </a:solidFill>
                <a:latin typeface="Arial"/>
                <a:ea typeface="Arial"/>
                <a:cs typeface="Arial"/>
              </a:defRPr>
            </a:lvl2pPr>
            <a:lvl3pPr>
              <a:defRPr sz="2100" b="0">
                <a:solidFill>
                  <a:srgbClr val="183C36"/>
                </a:solidFill>
                <a:latin typeface="Arial"/>
                <a:ea typeface="Arial"/>
                <a:cs typeface="Arial"/>
              </a:defRPr>
            </a:lvl3pPr>
            <a:lvl4pPr>
              <a:defRPr sz="2100" b="0">
                <a:solidFill>
                  <a:srgbClr val="183C36"/>
                </a:solidFill>
                <a:latin typeface="Arial"/>
                <a:ea typeface="Arial"/>
                <a:cs typeface="Arial"/>
              </a:defRPr>
            </a:lvl4pPr>
            <a:lvl5pPr>
              <a:defRPr sz="2100" b="0">
                <a:solidFill>
                  <a:srgbClr val="183C36"/>
                </a:solidFill>
                <a:latin typeface="Arial"/>
                <a:ea typeface="Arial"/>
                <a:cs typeface="Arial"/>
              </a:defRPr>
            </a:lvl5pPr>
            <a:lvl6pPr>
              <a:defRPr sz="2100" b="0">
                <a:solidFill>
                  <a:srgbClr val="183C36"/>
                </a:solidFill>
                <a:latin typeface="Arial"/>
                <a:ea typeface="Arial"/>
                <a:cs typeface="Arial"/>
              </a:defRPr>
            </a:lvl6pPr>
            <a:lvl7pPr>
              <a:defRPr sz="2100" b="0">
                <a:solidFill>
                  <a:srgbClr val="183C36"/>
                </a:solidFill>
                <a:latin typeface="Arial"/>
                <a:ea typeface="Arial"/>
                <a:cs typeface="Arial"/>
              </a:defRPr>
            </a:lvl7pPr>
            <a:lvl8pPr>
              <a:defRPr sz="2100" b="0">
                <a:solidFill>
                  <a:srgbClr val="183C36"/>
                </a:solidFill>
                <a:latin typeface="Arial"/>
                <a:ea typeface="Arial"/>
                <a:cs typeface="Arial"/>
              </a:defRPr>
            </a:lvl8pPr>
            <a:lvl9pPr>
              <a:defRPr sz="2100" b="0">
                <a:solidFill>
                  <a:srgbClr val="183C36"/>
                </a:solidFill>
                <a:latin typeface="Arial"/>
                <a:ea typeface="Arial"/>
                <a:cs typeface="Arial"/>
              </a:defRPr>
            </a:lvl9pPr>
          </a:lstStyle>
          <a:p xmlns:a="http://schemas.openxmlformats.org/drawingml/2006/main">
            <a:pPr>
              <a:defRPr sz="2100" b="0">
                <a:solidFill>
                  <a:srgbClr val="183C36"/>
                </a:solidFill>
                <a:latin typeface="Arial"/>
                <a:ea typeface="Arial"/>
                <a:cs typeface="Arial"/>
              </a:defRPr>
            </a:pPr>
            <a:r>
              <a:rPr sz="2100" b="0">
                <a:solidFill>
                  <a:srgbClr val="183C36"/>
                </a:solidFill>
                <a:latin typeface="Arial"/>
                <a:ea typeface="Arial"/>
                <a:cs typeface="Arial"/>
              </a:rPr>
              <a:t>ViewModel bellektedir. Kapsamı bittiğinde temizlenir. Süreç sonlandırıldıktan sonra tek başına veriyi geri getirmez.</a:t>
            </a:r>
          </a:p>
        </p:txBody>
      </p:sp>
      <p:sp>
        <p:nvSpPr>
          <p:cNvPr id="9" name="Arayüz bağlantısı">
            <a:extLst xmlns:a="http://schemas.openxmlformats.org/drawingml/2006/main">
              <a:ext uri="{FF2B5EF4-FFF2-40B4-BE49-F238E27FC236}">
                <a16:creationId xmlns:a16="http://schemas.microsoft.com/office/drawing/2014/main" id="{13F08607-1CFC-48A6-83FF-AACF8E237394}"/>
              </a:ext>
            </a:extLst>
          </p:cNvPr>
          <p:cNvSpPr>
            <a:spLocks xmlns:a="http://schemas.openxmlformats.org/drawingml/2006/main" noGrp="1"/>
          </p:cNvSpPr>
          <p:nvPr/>
        </p:nvSpPr>
        <p:spPr>
          <a:xfrm xmlns:a="http://schemas.openxmlformats.org/drawingml/2006/main">
            <a:off x="609600" y="502920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6055A2"/>
                </a:solidFill>
                <a:latin typeface="Arial"/>
                <a:ea typeface="Arial"/>
                <a:cs typeface="Arial"/>
              </a:defRPr>
            </a:defPPr>
            <a:lvl1pPr>
              <a:defRPr sz="2175" b="1">
                <a:solidFill>
                  <a:srgbClr val="6055A2"/>
                </a:solidFill>
                <a:latin typeface="Arial"/>
                <a:ea typeface="Arial"/>
                <a:cs typeface="Arial"/>
              </a:defRPr>
            </a:lvl1pPr>
            <a:lvl2pPr>
              <a:defRPr sz="2175" b="1">
                <a:solidFill>
                  <a:srgbClr val="6055A2"/>
                </a:solidFill>
                <a:latin typeface="Arial"/>
                <a:ea typeface="Arial"/>
                <a:cs typeface="Arial"/>
              </a:defRPr>
            </a:lvl2pPr>
            <a:lvl3pPr>
              <a:defRPr sz="2175" b="1">
                <a:solidFill>
                  <a:srgbClr val="6055A2"/>
                </a:solidFill>
                <a:latin typeface="Arial"/>
                <a:ea typeface="Arial"/>
                <a:cs typeface="Arial"/>
              </a:defRPr>
            </a:lvl3pPr>
            <a:lvl4pPr>
              <a:defRPr sz="2175" b="1">
                <a:solidFill>
                  <a:srgbClr val="6055A2"/>
                </a:solidFill>
                <a:latin typeface="Arial"/>
                <a:ea typeface="Arial"/>
                <a:cs typeface="Arial"/>
              </a:defRPr>
            </a:lvl4pPr>
            <a:lvl5pPr>
              <a:defRPr sz="2175" b="1">
                <a:solidFill>
                  <a:srgbClr val="6055A2"/>
                </a:solidFill>
                <a:latin typeface="Arial"/>
                <a:ea typeface="Arial"/>
                <a:cs typeface="Arial"/>
              </a:defRPr>
            </a:lvl5pPr>
            <a:lvl6pPr>
              <a:defRPr sz="2175" b="1">
                <a:solidFill>
                  <a:srgbClr val="6055A2"/>
                </a:solidFill>
                <a:latin typeface="Arial"/>
                <a:ea typeface="Arial"/>
                <a:cs typeface="Arial"/>
              </a:defRPr>
            </a:lvl6pPr>
            <a:lvl7pPr>
              <a:defRPr sz="2175" b="1">
                <a:solidFill>
                  <a:srgbClr val="6055A2"/>
                </a:solidFill>
                <a:latin typeface="Arial"/>
                <a:ea typeface="Arial"/>
                <a:cs typeface="Arial"/>
              </a:defRPr>
            </a:lvl7pPr>
            <a:lvl8pPr>
              <a:defRPr sz="2175" b="1">
                <a:solidFill>
                  <a:srgbClr val="6055A2"/>
                </a:solidFill>
                <a:latin typeface="Arial"/>
                <a:ea typeface="Arial"/>
                <a:cs typeface="Arial"/>
              </a:defRPr>
            </a:lvl8pPr>
            <a:lvl9pPr>
              <a:defRPr sz="2175" b="1">
                <a:solidFill>
                  <a:srgbClr val="6055A2"/>
                </a:solidFill>
                <a:latin typeface="Arial"/>
                <a:ea typeface="Arial"/>
                <a:cs typeface="Arial"/>
              </a:defRPr>
            </a:lvl9pPr>
          </a:lstStyle>
          <a:p xmlns:a="http://schemas.openxmlformats.org/drawingml/2006/main">
            <a:pPr>
              <a:defRPr sz="2175" b="1">
                <a:solidFill>
                  <a:srgbClr val="6055A2"/>
                </a:solidFill>
                <a:latin typeface="Arial"/>
                <a:ea typeface="Arial"/>
                <a:cs typeface="Arial"/>
              </a:defRPr>
            </a:pPr>
            <a:r>
              <a:rPr sz="2175" b="1">
                <a:solidFill>
                  <a:srgbClr val="6055A2"/>
                </a:solidFill>
                <a:latin typeface="Arial"/>
                <a:ea typeface="Arial"/>
                <a:cs typeface="Arial"/>
              </a:rPr>
              <a:t>Arayüz bağlantısı</a:t>
            </a:r>
          </a:p>
        </p:txBody>
      </p:sp>
      <p:sp>
        <p:nvSpPr>
          <p:cNvPr id="10" name="ViewModel, ekranın binding’ini saklamaz. Acti">
            <a:extLst xmlns:a="http://schemas.openxmlformats.org/drawingml/2006/main">
              <a:ext uri="{FF2B5EF4-FFF2-40B4-BE49-F238E27FC236}">
                <a16:creationId xmlns:a16="http://schemas.microsoft.com/office/drawing/2014/main" id="{33D995BC-1DDB-4EA7-BDB5-EADB6BEBAAA6}"/>
              </a:ext>
            </a:extLst>
          </p:cNvPr>
          <p:cNvSpPr>
            <a:spLocks xmlns:a="http://schemas.openxmlformats.org/drawingml/2006/main" noGrp="1"/>
          </p:cNvSpPr>
          <p:nvPr/>
        </p:nvSpPr>
        <p:spPr>
          <a:xfrm xmlns:a="http://schemas.openxmlformats.org/drawingml/2006/main">
            <a:off x="609600" y="543877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defRPr sz="2100" b="0">
                <a:solidFill>
                  <a:srgbClr val="183C36"/>
                </a:solidFill>
                <a:latin typeface="Arial"/>
                <a:ea typeface="Arial"/>
                <a:cs typeface="Arial"/>
              </a:defRPr>
            </a:lvl1pPr>
            <a:lvl2pPr>
              <a:defRPr sz="2100" b="0">
                <a:solidFill>
                  <a:srgbClr val="183C36"/>
                </a:solidFill>
                <a:latin typeface="Arial"/>
                <a:ea typeface="Arial"/>
                <a:cs typeface="Arial"/>
              </a:defRPr>
            </a:lvl2pPr>
            <a:lvl3pPr>
              <a:defRPr sz="2100" b="0">
                <a:solidFill>
                  <a:srgbClr val="183C36"/>
                </a:solidFill>
                <a:latin typeface="Arial"/>
                <a:ea typeface="Arial"/>
                <a:cs typeface="Arial"/>
              </a:defRPr>
            </a:lvl3pPr>
            <a:lvl4pPr>
              <a:defRPr sz="2100" b="0">
                <a:solidFill>
                  <a:srgbClr val="183C36"/>
                </a:solidFill>
                <a:latin typeface="Arial"/>
                <a:ea typeface="Arial"/>
                <a:cs typeface="Arial"/>
              </a:defRPr>
            </a:lvl4pPr>
            <a:lvl5pPr>
              <a:defRPr sz="2100" b="0">
                <a:solidFill>
                  <a:srgbClr val="183C36"/>
                </a:solidFill>
                <a:latin typeface="Arial"/>
                <a:ea typeface="Arial"/>
                <a:cs typeface="Arial"/>
              </a:defRPr>
            </a:lvl5pPr>
            <a:lvl6pPr>
              <a:defRPr sz="2100" b="0">
                <a:solidFill>
                  <a:srgbClr val="183C36"/>
                </a:solidFill>
                <a:latin typeface="Arial"/>
                <a:ea typeface="Arial"/>
                <a:cs typeface="Arial"/>
              </a:defRPr>
            </a:lvl6pPr>
            <a:lvl7pPr>
              <a:defRPr sz="2100" b="0">
                <a:solidFill>
                  <a:srgbClr val="183C36"/>
                </a:solidFill>
                <a:latin typeface="Arial"/>
                <a:ea typeface="Arial"/>
                <a:cs typeface="Arial"/>
              </a:defRPr>
            </a:lvl7pPr>
            <a:lvl8pPr>
              <a:defRPr sz="2100" b="0">
                <a:solidFill>
                  <a:srgbClr val="183C36"/>
                </a:solidFill>
                <a:latin typeface="Arial"/>
                <a:ea typeface="Arial"/>
                <a:cs typeface="Arial"/>
              </a:defRPr>
            </a:lvl8pPr>
            <a:lvl9pPr>
              <a:defRPr sz="2100" b="0">
                <a:solidFill>
                  <a:srgbClr val="183C36"/>
                </a:solidFill>
                <a:latin typeface="Arial"/>
                <a:ea typeface="Arial"/>
                <a:cs typeface="Arial"/>
              </a:defRPr>
            </a:lvl9pPr>
          </a:lstStyle>
          <a:p xmlns:a="http://schemas.openxmlformats.org/drawingml/2006/main">
            <a:pPr>
              <a:defRPr sz="2100" b="0">
                <a:solidFill>
                  <a:srgbClr val="183C36"/>
                </a:solidFill>
                <a:latin typeface="Arial"/>
                <a:ea typeface="Arial"/>
                <a:cs typeface="Arial"/>
              </a:defRPr>
            </a:pPr>
            <a:r>
              <a:rPr sz="2100" b="0">
                <a:solidFill>
                  <a:srgbClr val="183C36"/>
                </a:solidFill>
                <a:latin typeface="Arial"/>
                <a:ea typeface="Arial"/>
                <a:cs typeface="Arial"/>
              </a:rPr>
              <a:t>ViewModel, ekranın binding’ini saklamaz. Activity kendi görünümlerini ve tıklama olaylarını yönetir.</a:t>
            </a:r>
          </a:p>
        </p:txBody>
      </p:sp>
      <p:sp>
        <p:nvSpPr>
          <p:cNvPr id="11" name="">
            <a:extLst xmlns:a="http://schemas.openxmlformats.org/drawingml/2006/main">
              <a:ext uri="{FF2B5EF4-FFF2-40B4-BE49-F238E27FC236}">
                <a16:creationId xmlns:a16="http://schemas.microsoft.com/office/drawing/2014/main" id="{F8398CF1-A80B-4E1E-A663-424FDB70632B}"/>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defRPr sz="1275" b="0">
                <a:solidFill>
                  <a:srgbClr val="71827B"/>
                </a:solidFill>
                <a:latin typeface="Arial"/>
                <a:ea typeface="Arial"/>
                <a:cs typeface="Arial"/>
              </a:defRPr>
            </a:lvl1pPr>
            <a:lvl2pPr>
              <a:defRPr sz="1275" b="0">
                <a:solidFill>
                  <a:srgbClr val="71827B"/>
                </a:solidFill>
                <a:latin typeface="Arial"/>
                <a:ea typeface="Arial"/>
                <a:cs typeface="Arial"/>
              </a:defRPr>
            </a:lvl2pPr>
            <a:lvl3pPr>
              <a:defRPr sz="1275" b="0">
                <a:solidFill>
                  <a:srgbClr val="71827B"/>
                </a:solidFill>
                <a:latin typeface="Arial"/>
                <a:ea typeface="Arial"/>
                <a:cs typeface="Arial"/>
              </a:defRPr>
            </a:lvl3pPr>
            <a:lvl4pPr>
              <a:defRPr sz="1275" b="0">
                <a:solidFill>
                  <a:srgbClr val="71827B"/>
                </a:solidFill>
                <a:latin typeface="Arial"/>
                <a:ea typeface="Arial"/>
                <a:cs typeface="Arial"/>
              </a:defRPr>
            </a:lvl4pPr>
            <a:lvl5pPr>
              <a:defRPr sz="1275" b="0">
                <a:solidFill>
                  <a:srgbClr val="71827B"/>
                </a:solidFill>
                <a:latin typeface="Arial"/>
                <a:ea typeface="Arial"/>
                <a:cs typeface="Arial"/>
              </a:defRPr>
            </a:lvl5pPr>
            <a:lvl6pPr>
              <a:defRPr sz="1275" b="0">
                <a:solidFill>
                  <a:srgbClr val="71827B"/>
                </a:solidFill>
                <a:latin typeface="Arial"/>
                <a:ea typeface="Arial"/>
                <a:cs typeface="Arial"/>
              </a:defRPr>
            </a:lvl6pPr>
            <a:lvl7pPr>
              <a:defRPr sz="1275" b="0">
                <a:solidFill>
                  <a:srgbClr val="71827B"/>
                </a:solidFill>
                <a:latin typeface="Arial"/>
                <a:ea typeface="Arial"/>
                <a:cs typeface="Arial"/>
              </a:defRPr>
            </a:lvl7pPr>
            <a:lvl8pPr>
              <a:defRPr sz="1275" b="0">
                <a:solidFill>
                  <a:srgbClr val="71827B"/>
                </a:solidFill>
                <a:latin typeface="Arial"/>
                <a:ea typeface="Arial"/>
                <a:cs typeface="Arial"/>
              </a:defRPr>
            </a:lvl8pPr>
            <a:lvl9pPr>
              <a:defRPr sz="1275" b="0">
                <a:solidFill>
                  <a:srgbClr val="71827B"/>
                </a:solidFill>
                <a:latin typeface="Arial"/>
                <a:ea typeface="Arial"/>
                <a:cs typeface="Arial"/>
              </a:defRPr>
            </a:lvl9pPr>
          </a:lstStyle>
          <a:p xmlns:a="http://schemas.openxmlformats.org/drawingml/2006/main">
            <a:pPr>
              <a:defRPr sz="1275" b="0">
                <a:solidFill>
                  <a:srgbClr val="71827B"/>
                </a:solidFill>
                <a:latin typeface="Arial"/>
                <a:ea typeface="Arial"/>
                <a:cs typeface="Arial"/>
              </a:defRPr>
            </a:pPr>
            <a:r>
              <a:rPr sz="1275">
                <a:solidFill>
                  <a:srgbClr val="71827B"/>
                </a:solidFill>
                <a:latin typeface="Arial"/>
                <a:ea typeface="Arial"/>
                <a:cs typeface="Arial"/>
              </a:rPr>
              <a:t>25</a:t>
            </a:r>
          </a:p>
        </p:txBody>
      </p:sp>
    </p:spTree>
    <p:extLst>
      <p:ext uri="{BB962C8B-B14F-4D97-AF65-F5344CB8AC3E}">
        <p14:creationId xmlns:p14="http://schemas.microsoft.com/office/powerpoint/2010/main" val="1648539757"/>
      </p:ext>
    </p:extLst>
  </p:cSld>
</p:sld>
</file>

<file path=ppt/slides/slide26.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GRUP 5 / YAPILACAKLAR">
            <a:extLst xmlns:a="http://schemas.openxmlformats.org/drawingml/2006/main">
              <a:ext uri="{FF2B5EF4-FFF2-40B4-BE49-F238E27FC236}">
                <a16:creationId xmlns:a16="http://schemas.microsoft.com/office/drawing/2014/main" id="{B9F0AA05-DED0-46E5-8E7F-944DA7CACC26}"/>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6055A2"/>
                </a:solidFill>
                <a:latin typeface="Arial"/>
                <a:ea typeface="Arial"/>
                <a:cs typeface="Arial"/>
              </a:defRPr>
            </a:defPPr>
            <a:lvl1pPr>
              <a:buNone/>
              <a:defRPr sz="1425" b="1">
                <a:solidFill>
                  <a:srgbClr val="6055A2"/>
                </a:solidFill>
                <a:latin typeface="Arial"/>
                <a:ea typeface="Arial"/>
                <a:cs typeface="Arial"/>
              </a:defRPr>
            </a:lvl1pPr>
            <a:lvl2pPr>
              <a:buNone/>
              <a:defRPr sz="1425" b="1">
                <a:solidFill>
                  <a:srgbClr val="6055A2"/>
                </a:solidFill>
                <a:latin typeface="Arial"/>
                <a:ea typeface="Arial"/>
                <a:cs typeface="Arial"/>
              </a:defRPr>
            </a:lvl2pPr>
            <a:lvl3pPr>
              <a:buNone/>
              <a:defRPr sz="1425" b="1">
                <a:solidFill>
                  <a:srgbClr val="6055A2"/>
                </a:solidFill>
                <a:latin typeface="Arial"/>
                <a:ea typeface="Arial"/>
                <a:cs typeface="Arial"/>
              </a:defRPr>
            </a:lvl3pPr>
            <a:lvl4pPr>
              <a:buNone/>
              <a:defRPr sz="1425" b="1">
                <a:solidFill>
                  <a:srgbClr val="6055A2"/>
                </a:solidFill>
                <a:latin typeface="Arial"/>
                <a:ea typeface="Arial"/>
                <a:cs typeface="Arial"/>
              </a:defRPr>
            </a:lvl4pPr>
            <a:lvl5pPr>
              <a:buNone/>
              <a:defRPr sz="1425" b="1">
                <a:solidFill>
                  <a:srgbClr val="6055A2"/>
                </a:solidFill>
                <a:latin typeface="Arial"/>
                <a:ea typeface="Arial"/>
                <a:cs typeface="Arial"/>
              </a:defRPr>
            </a:lvl5pPr>
            <a:lvl6pPr>
              <a:buNone/>
              <a:defRPr sz="1425" b="1">
                <a:solidFill>
                  <a:srgbClr val="6055A2"/>
                </a:solidFill>
                <a:latin typeface="Arial"/>
                <a:ea typeface="Arial"/>
                <a:cs typeface="Arial"/>
              </a:defRPr>
            </a:lvl6pPr>
            <a:lvl7pPr>
              <a:buNone/>
              <a:defRPr sz="1425" b="1">
                <a:solidFill>
                  <a:srgbClr val="6055A2"/>
                </a:solidFill>
                <a:latin typeface="Arial"/>
                <a:ea typeface="Arial"/>
                <a:cs typeface="Arial"/>
              </a:defRPr>
            </a:lvl7pPr>
            <a:lvl8pPr>
              <a:buNone/>
              <a:defRPr sz="1425" b="1">
                <a:solidFill>
                  <a:srgbClr val="6055A2"/>
                </a:solidFill>
                <a:latin typeface="Arial"/>
                <a:ea typeface="Arial"/>
                <a:cs typeface="Arial"/>
              </a:defRPr>
            </a:lvl8pPr>
            <a:lvl9pPr>
              <a:buNone/>
              <a:defRPr sz="1425" b="1">
                <a:solidFill>
                  <a:srgbClr val="6055A2"/>
                </a:solidFill>
                <a:latin typeface="Arial"/>
                <a:ea typeface="Arial"/>
                <a:cs typeface="Arial"/>
              </a:defRPr>
            </a:lvl9pPr>
          </a:lstStyle>
          <a:p xmlns:a="http://schemas.openxmlformats.org/drawingml/2006/main">
            <a:pPr>
              <a:buNone/>
              <a:defRPr sz="1425" b="1">
                <a:solidFill>
                  <a:srgbClr val="6055A2"/>
                </a:solidFill>
                <a:latin typeface="Arial"/>
                <a:ea typeface="Arial"/>
                <a:cs typeface="Arial"/>
              </a:defRPr>
            </a:pPr>
            <a:r>
              <a:rPr sz="1425" b="1">
                <a:solidFill>
                  <a:srgbClr val="6055A2"/>
                </a:solidFill>
                <a:latin typeface="Arial"/>
                <a:ea typeface="Arial"/>
                <a:cs typeface="Arial"/>
              </a:rPr>
              <a:t>GRUP 5 / YAPILACAKLAR</a:t>
            </a:r>
          </a:p>
        </p:txBody>
      </p:sp>
      <p:sp>
        <p:nvSpPr>
          <p:cNvPr id="2" name="ViewModel ile durum koruma">
            <a:extLst xmlns:a="http://schemas.openxmlformats.org/drawingml/2006/main">
              <a:ext uri="{FF2B5EF4-FFF2-40B4-BE49-F238E27FC236}">
                <a16:creationId xmlns:a16="http://schemas.microsoft.com/office/drawing/2014/main" id="{CB6CEFD6-4C9A-44B8-A013-D1C885C0788A}"/>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ViewModel ile durum koruma</a:t>
            </a:r>
          </a:p>
        </p:txBody>
      </p:sp>
      <p:sp>
        <p:nvSpPr>
          <p:cNvPr id="3" name="17">
            <a:extLst xmlns:a="http://schemas.openxmlformats.org/drawingml/2006/main">
              <a:ext uri="{FF2B5EF4-FFF2-40B4-BE49-F238E27FC236}">
                <a16:creationId xmlns:a16="http://schemas.microsoft.com/office/drawing/2014/main" id="{41098831-9A4A-4DA2-844F-7D8623EF029B}"/>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26</a:t>
            </a:r>
          </a:p>
        </p:txBody>
      </p:sp>
      <p:sp>
        <p:nvSpPr>
          <p:cNvPr id="4" name="Ekran döndürüldüğünde bellekteki not lis">
            <a:extLst xmlns:a="http://schemas.openxmlformats.org/drawingml/2006/main">
              <a:ext uri="{FF2B5EF4-FFF2-40B4-BE49-F238E27FC236}">
                <a16:creationId xmlns:a16="http://schemas.microsoft.com/office/drawing/2014/main" id="{CCE738A2-1919-49D3-879D-EBBC93D37CFA}"/>
              </a:ext>
            </a:extLst>
          </p:cNvPr>
          <p:cNvSpPr>
            <a:spLocks xmlns:a="http://schemas.openxmlformats.org/drawingml/2006/main" noGrp="1"/>
          </p:cNvSpPr>
          <p:nvPr/>
        </p:nvSpPr>
        <p:spPr>
          <a:xfrm xmlns:a="http://schemas.openxmlformats.org/drawingml/2006/main">
            <a:off x="609600" y="16478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6055A2"/>
                </a:solidFill>
                <a:latin typeface="Arial"/>
                <a:ea typeface="Arial"/>
                <a:cs typeface="Arial"/>
              </a:defRPr>
            </a:defPPr>
            <a:lvl1pPr>
              <a:buNone/>
              <a:defRPr sz="2025" b="1">
                <a:solidFill>
                  <a:srgbClr val="6055A2"/>
                </a:solidFill>
                <a:latin typeface="Arial"/>
                <a:ea typeface="Arial"/>
                <a:cs typeface="Arial"/>
              </a:defRPr>
            </a:lvl1pPr>
            <a:lvl2pPr>
              <a:buNone/>
              <a:defRPr sz="2025" b="1">
                <a:solidFill>
                  <a:srgbClr val="6055A2"/>
                </a:solidFill>
                <a:latin typeface="Arial"/>
                <a:ea typeface="Arial"/>
                <a:cs typeface="Arial"/>
              </a:defRPr>
            </a:lvl2pPr>
            <a:lvl3pPr>
              <a:buNone/>
              <a:defRPr sz="2025" b="1">
                <a:solidFill>
                  <a:srgbClr val="6055A2"/>
                </a:solidFill>
                <a:latin typeface="Arial"/>
                <a:ea typeface="Arial"/>
                <a:cs typeface="Arial"/>
              </a:defRPr>
            </a:lvl3pPr>
            <a:lvl4pPr>
              <a:buNone/>
              <a:defRPr sz="2025" b="1">
                <a:solidFill>
                  <a:srgbClr val="6055A2"/>
                </a:solidFill>
                <a:latin typeface="Arial"/>
                <a:ea typeface="Arial"/>
                <a:cs typeface="Arial"/>
              </a:defRPr>
            </a:lvl4pPr>
            <a:lvl5pPr>
              <a:buNone/>
              <a:defRPr sz="2025" b="1">
                <a:solidFill>
                  <a:srgbClr val="6055A2"/>
                </a:solidFill>
                <a:latin typeface="Arial"/>
                <a:ea typeface="Arial"/>
                <a:cs typeface="Arial"/>
              </a:defRPr>
            </a:lvl5pPr>
            <a:lvl6pPr>
              <a:buNone/>
              <a:defRPr sz="2025" b="1">
                <a:solidFill>
                  <a:srgbClr val="6055A2"/>
                </a:solidFill>
                <a:latin typeface="Arial"/>
                <a:ea typeface="Arial"/>
                <a:cs typeface="Arial"/>
              </a:defRPr>
            </a:lvl6pPr>
            <a:lvl7pPr>
              <a:buNone/>
              <a:defRPr sz="2025" b="1">
                <a:solidFill>
                  <a:srgbClr val="6055A2"/>
                </a:solidFill>
                <a:latin typeface="Arial"/>
                <a:ea typeface="Arial"/>
                <a:cs typeface="Arial"/>
              </a:defRPr>
            </a:lvl7pPr>
            <a:lvl8pPr>
              <a:buNone/>
              <a:defRPr sz="2025" b="1">
                <a:solidFill>
                  <a:srgbClr val="6055A2"/>
                </a:solidFill>
                <a:latin typeface="Arial"/>
                <a:ea typeface="Arial"/>
                <a:cs typeface="Arial"/>
              </a:defRPr>
            </a:lvl8pPr>
            <a:lvl9pPr>
              <a:buNone/>
              <a:defRPr sz="2025" b="1">
                <a:solidFill>
                  <a:srgbClr val="6055A2"/>
                </a:solidFill>
                <a:latin typeface="Arial"/>
                <a:ea typeface="Arial"/>
                <a:cs typeface="Arial"/>
              </a:defRPr>
            </a:lvl9pPr>
          </a:lstStyle>
          <a:p xmlns:a="http://schemas.openxmlformats.org/drawingml/2006/main">
            <a:pPr>
              <a:buNone/>
              <a:defRPr sz="2025" b="1">
                <a:solidFill>
                  <a:srgbClr val="6055A2"/>
                </a:solidFill>
                <a:latin typeface="Arial"/>
                <a:ea typeface="Arial"/>
                <a:cs typeface="Arial"/>
              </a:defRPr>
            </a:pPr>
            <a:r>
              <a:rPr sz="2025" b="1">
                <a:solidFill>
                  <a:srgbClr val="6055A2"/>
                </a:solidFill>
                <a:latin typeface="Arial"/>
                <a:ea typeface="Arial"/>
                <a:cs typeface="Arial"/>
              </a:rPr>
              <a:t>Ekran döndürüldüğünde bellekteki not listesi korunacak.</a:t>
            </a:r>
          </a:p>
        </p:txBody>
      </p:sp>
      <p:sp>
        <p:nvSpPr>
          <p:cNvPr id="5" name="1.  Öğretmenin AppCompatActivity ve View">
            <a:extLst xmlns:a="http://schemas.openxmlformats.org/drawingml/2006/main">
              <a:ext uri="{FF2B5EF4-FFF2-40B4-BE49-F238E27FC236}">
                <a16:creationId xmlns:a16="http://schemas.microsoft.com/office/drawing/2014/main" id="{21EFDBAC-99BA-418C-85B6-C0BC860EB430}"/>
              </a:ext>
            </a:extLst>
          </p:cNvPr>
          <p:cNvSpPr>
            <a:spLocks xmlns:a="http://schemas.openxmlformats.org/drawingml/2006/main" noGrp="1"/>
          </p:cNvSpPr>
          <p:nvPr/>
        </p:nvSpPr>
        <p:spPr>
          <a:xfrm xmlns:a="http://schemas.openxmlformats.org/drawingml/2006/main">
            <a:off x="609600" y="2343150"/>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1.  Öğretmenin AppCompatActivity ve ViewModel iskeletini kullanın.</a:t>
            </a:r>
          </a:p>
        </p:txBody>
      </p:sp>
      <p:sp>
        <p:nvSpPr>
          <p:cNvPr id="6" name="2.  NotDefteri nesnesini NotlarViewModel">
            <a:extLst xmlns:a="http://schemas.openxmlformats.org/drawingml/2006/main">
              <a:ext uri="{FF2B5EF4-FFF2-40B4-BE49-F238E27FC236}">
                <a16:creationId xmlns:a16="http://schemas.microsoft.com/office/drawing/2014/main" id="{69AD04FA-8544-40AA-AAD2-73EB1BC4ED46}"/>
              </a:ext>
            </a:extLst>
          </p:cNvPr>
          <p:cNvSpPr>
            <a:spLocks xmlns:a="http://schemas.openxmlformats.org/drawingml/2006/main" noGrp="1"/>
          </p:cNvSpPr>
          <p:nvPr/>
        </p:nvSpPr>
        <p:spPr>
          <a:xfrm xmlns:a="http://schemas.openxmlformats.org/drawingml/2006/main">
            <a:off x="609600" y="3209925"/>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2.  NotDefteri nesnesini NotlarViewModel içinde tutun. Activity bu nesneye erişsin.</a:t>
            </a:r>
          </a:p>
        </p:txBody>
      </p:sp>
      <p:sp>
        <p:nvSpPr>
          <p:cNvPr id="7" name="3.  Activity oluşturulunca var olan list">
            <a:extLst xmlns:a="http://schemas.openxmlformats.org/drawingml/2006/main">
              <a:ext uri="{FF2B5EF4-FFF2-40B4-BE49-F238E27FC236}">
                <a16:creationId xmlns:a16="http://schemas.microsoft.com/office/drawing/2014/main" id="{E0E8FB02-3EB8-40FD-9DF3-8C26CA374D46}"/>
              </a:ext>
            </a:extLst>
          </p:cNvPr>
          <p:cNvSpPr>
            <a:spLocks xmlns:a="http://schemas.openxmlformats.org/drawingml/2006/main" noGrp="1"/>
          </p:cNvSpPr>
          <p:nvPr/>
        </p:nvSpPr>
        <p:spPr>
          <a:xfrm xmlns:a="http://schemas.openxmlformats.org/drawingml/2006/main">
            <a:off x="609600" y="4076700"/>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3.  Activity oluşturulunca var olan listeyi yeniden gösterin. Başlangıç notlarını tekrar eklemeyin.</a:t>
            </a:r>
          </a:p>
        </p:txBody>
      </p:sp>
      <p:sp>
        <p:nvSpPr>
          <p:cNvPr id="8" name="4.  Ekranı art arda döndürüp not sayısın">
            <a:extLst xmlns:a="http://schemas.openxmlformats.org/drawingml/2006/main">
              <a:ext uri="{FF2B5EF4-FFF2-40B4-BE49-F238E27FC236}">
                <a16:creationId xmlns:a16="http://schemas.microsoft.com/office/drawing/2014/main" id="{D193D61E-9754-4A37-BB73-0D99A5323BF8}"/>
              </a:ext>
            </a:extLst>
          </p:cNvPr>
          <p:cNvSpPr>
            <a:spLocks xmlns:a="http://schemas.openxmlformats.org/drawingml/2006/main" noGrp="1"/>
          </p:cNvSpPr>
          <p:nvPr/>
        </p:nvSpPr>
        <p:spPr>
          <a:xfrm xmlns:a="http://schemas.openxmlformats.org/drawingml/2006/main">
            <a:off x="609600" y="4943475"/>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4.  Ekranı art arda döndürüp not sayısını ve değişiklikleri denetleyin.</a:t>
            </a:r>
          </a:p>
        </p:txBody>
      </p:sp>
    </p:spTree>
    <p:extLst>
      <p:ext uri="{BB962C8B-B14F-4D97-AF65-F5344CB8AC3E}">
        <p14:creationId xmlns:p14="http://schemas.microsoft.com/office/powerpoint/2010/main" val="194636317"/>
      </p:ext>
    </p:extLst>
  </p:cSld>
</p:sld>
</file>

<file path=ppt/slides/slide27.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GRUP 5 / HEDEF EKRAN TASLAĞI">
            <a:extLst xmlns:a="http://schemas.openxmlformats.org/drawingml/2006/main">
              <a:ext uri="{FF2B5EF4-FFF2-40B4-BE49-F238E27FC236}">
                <a16:creationId xmlns:a16="http://schemas.microsoft.com/office/drawing/2014/main" id="{25C633F9-C10A-4DD3-8171-E04C2148009B}"/>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6055A2"/>
                </a:solidFill>
                <a:latin typeface="Arial"/>
                <a:ea typeface="Arial"/>
                <a:cs typeface="Arial"/>
              </a:defRPr>
            </a:defPPr>
            <a:lvl1pPr>
              <a:buNone/>
              <a:defRPr sz="1425" b="1">
                <a:solidFill>
                  <a:srgbClr val="6055A2"/>
                </a:solidFill>
                <a:latin typeface="Arial"/>
                <a:ea typeface="Arial"/>
                <a:cs typeface="Arial"/>
              </a:defRPr>
            </a:lvl1pPr>
            <a:lvl2pPr>
              <a:buNone/>
              <a:defRPr sz="1425" b="1">
                <a:solidFill>
                  <a:srgbClr val="6055A2"/>
                </a:solidFill>
                <a:latin typeface="Arial"/>
                <a:ea typeface="Arial"/>
                <a:cs typeface="Arial"/>
              </a:defRPr>
            </a:lvl2pPr>
            <a:lvl3pPr>
              <a:buNone/>
              <a:defRPr sz="1425" b="1">
                <a:solidFill>
                  <a:srgbClr val="6055A2"/>
                </a:solidFill>
                <a:latin typeface="Arial"/>
                <a:ea typeface="Arial"/>
                <a:cs typeface="Arial"/>
              </a:defRPr>
            </a:lvl3pPr>
            <a:lvl4pPr>
              <a:buNone/>
              <a:defRPr sz="1425" b="1">
                <a:solidFill>
                  <a:srgbClr val="6055A2"/>
                </a:solidFill>
                <a:latin typeface="Arial"/>
                <a:ea typeface="Arial"/>
                <a:cs typeface="Arial"/>
              </a:defRPr>
            </a:lvl4pPr>
            <a:lvl5pPr>
              <a:buNone/>
              <a:defRPr sz="1425" b="1">
                <a:solidFill>
                  <a:srgbClr val="6055A2"/>
                </a:solidFill>
                <a:latin typeface="Arial"/>
                <a:ea typeface="Arial"/>
                <a:cs typeface="Arial"/>
              </a:defRPr>
            </a:lvl5pPr>
            <a:lvl6pPr>
              <a:buNone/>
              <a:defRPr sz="1425" b="1">
                <a:solidFill>
                  <a:srgbClr val="6055A2"/>
                </a:solidFill>
                <a:latin typeface="Arial"/>
                <a:ea typeface="Arial"/>
                <a:cs typeface="Arial"/>
              </a:defRPr>
            </a:lvl6pPr>
            <a:lvl7pPr>
              <a:buNone/>
              <a:defRPr sz="1425" b="1">
                <a:solidFill>
                  <a:srgbClr val="6055A2"/>
                </a:solidFill>
                <a:latin typeface="Arial"/>
                <a:ea typeface="Arial"/>
                <a:cs typeface="Arial"/>
              </a:defRPr>
            </a:lvl7pPr>
            <a:lvl8pPr>
              <a:buNone/>
              <a:defRPr sz="1425" b="1">
                <a:solidFill>
                  <a:srgbClr val="6055A2"/>
                </a:solidFill>
                <a:latin typeface="Arial"/>
                <a:ea typeface="Arial"/>
                <a:cs typeface="Arial"/>
              </a:defRPr>
            </a:lvl8pPr>
            <a:lvl9pPr>
              <a:buNone/>
              <a:defRPr sz="1425" b="1">
                <a:solidFill>
                  <a:srgbClr val="6055A2"/>
                </a:solidFill>
                <a:latin typeface="Arial"/>
                <a:ea typeface="Arial"/>
                <a:cs typeface="Arial"/>
              </a:defRPr>
            </a:lvl9pPr>
          </a:lstStyle>
          <a:p xmlns:a="http://schemas.openxmlformats.org/drawingml/2006/main">
            <a:pPr>
              <a:buNone/>
              <a:defRPr sz="1425" b="1">
                <a:solidFill>
                  <a:srgbClr val="6055A2"/>
                </a:solidFill>
                <a:latin typeface="Arial"/>
                <a:ea typeface="Arial"/>
                <a:cs typeface="Arial"/>
              </a:defRPr>
            </a:pPr>
            <a:r>
              <a:rPr sz="1425" b="1">
                <a:solidFill>
                  <a:srgbClr val="6055A2"/>
                </a:solidFill>
                <a:latin typeface="Arial"/>
                <a:ea typeface="Arial"/>
                <a:cs typeface="Arial"/>
              </a:rPr>
              <a:t>GRUP 5 / HEDEF EKRAN TASLAĞI</a:t>
            </a:r>
          </a:p>
        </p:txBody>
      </p:sp>
      <p:sp>
        <p:nvSpPr>
          <p:cNvPr id="2" name="Döndürme öncesi ve sonrası görünüm">
            <a:extLst xmlns:a="http://schemas.openxmlformats.org/drawingml/2006/main">
              <a:ext uri="{FF2B5EF4-FFF2-40B4-BE49-F238E27FC236}">
                <a16:creationId xmlns:a16="http://schemas.microsoft.com/office/drawing/2014/main" id="{92D9B51F-D75D-47FD-8F89-1848F44BFD35}"/>
              </a:ext>
            </a:extLst>
          </p:cNvPr>
          <p:cNvSpPr>
            <a:spLocks xmlns:a="http://schemas.openxmlformats.org/drawingml/2006/main" noGrp="1"/>
          </p:cNvSpPr>
          <p:nvPr/>
        </p:nvSpPr>
        <p:spPr>
          <a:xfrm xmlns:a="http://schemas.openxmlformats.org/drawingml/2006/main">
            <a:off x="609600" y="781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Döndürme öncesi ve sonrası görünüm</a:t>
            </a:r>
          </a:p>
        </p:txBody>
      </p:sp>
      <p:sp>
        <p:nvSpPr>
          <p:cNvPr id="3" name="Dikey görünüm">
            <a:extLst xmlns:a="http://schemas.openxmlformats.org/drawingml/2006/main">
              <a:ext uri="{FF2B5EF4-FFF2-40B4-BE49-F238E27FC236}">
                <a16:creationId xmlns:a16="http://schemas.microsoft.com/office/drawing/2014/main" id="{31EDFE0F-35E7-4C99-8481-9D5C7354CCE4}"/>
              </a:ext>
            </a:extLst>
          </p:cNvPr>
          <p:cNvSpPr>
            <a:spLocks xmlns:a="http://schemas.openxmlformats.org/drawingml/2006/main" noGrp="1"/>
          </p:cNvSpPr>
          <p:nvPr/>
        </p:nvSpPr>
        <p:spPr>
          <a:xfrm xmlns:a="http://schemas.openxmlformats.org/drawingml/2006/main">
            <a:off x="609600" y="16954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6055A2"/>
                </a:solidFill>
                <a:latin typeface="Arial"/>
                <a:ea typeface="Arial"/>
                <a:cs typeface="Arial"/>
              </a:defRPr>
            </a:defPPr>
            <a:lvl1pPr>
              <a:buNone/>
              <a:defRPr sz="2100" b="1">
                <a:solidFill>
                  <a:srgbClr val="6055A2"/>
                </a:solidFill>
                <a:latin typeface="Arial"/>
                <a:ea typeface="Arial"/>
                <a:cs typeface="Arial"/>
              </a:defRPr>
            </a:lvl1pPr>
            <a:lvl2pPr>
              <a:buNone/>
              <a:defRPr sz="2100" b="1">
                <a:solidFill>
                  <a:srgbClr val="6055A2"/>
                </a:solidFill>
                <a:latin typeface="Arial"/>
                <a:ea typeface="Arial"/>
                <a:cs typeface="Arial"/>
              </a:defRPr>
            </a:lvl2pPr>
            <a:lvl3pPr>
              <a:buNone/>
              <a:defRPr sz="2100" b="1">
                <a:solidFill>
                  <a:srgbClr val="6055A2"/>
                </a:solidFill>
                <a:latin typeface="Arial"/>
                <a:ea typeface="Arial"/>
                <a:cs typeface="Arial"/>
              </a:defRPr>
            </a:lvl3pPr>
            <a:lvl4pPr>
              <a:buNone/>
              <a:defRPr sz="2100" b="1">
                <a:solidFill>
                  <a:srgbClr val="6055A2"/>
                </a:solidFill>
                <a:latin typeface="Arial"/>
                <a:ea typeface="Arial"/>
                <a:cs typeface="Arial"/>
              </a:defRPr>
            </a:lvl4pPr>
            <a:lvl5pPr>
              <a:buNone/>
              <a:defRPr sz="2100" b="1">
                <a:solidFill>
                  <a:srgbClr val="6055A2"/>
                </a:solidFill>
                <a:latin typeface="Arial"/>
                <a:ea typeface="Arial"/>
                <a:cs typeface="Arial"/>
              </a:defRPr>
            </a:lvl5pPr>
            <a:lvl6pPr>
              <a:buNone/>
              <a:defRPr sz="2100" b="1">
                <a:solidFill>
                  <a:srgbClr val="6055A2"/>
                </a:solidFill>
                <a:latin typeface="Arial"/>
                <a:ea typeface="Arial"/>
                <a:cs typeface="Arial"/>
              </a:defRPr>
            </a:lvl6pPr>
            <a:lvl7pPr>
              <a:buNone/>
              <a:defRPr sz="2100" b="1">
                <a:solidFill>
                  <a:srgbClr val="6055A2"/>
                </a:solidFill>
                <a:latin typeface="Arial"/>
                <a:ea typeface="Arial"/>
                <a:cs typeface="Arial"/>
              </a:defRPr>
            </a:lvl7pPr>
            <a:lvl8pPr>
              <a:buNone/>
              <a:defRPr sz="2100" b="1">
                <a:solidFill>
                  <a:srgbClr val="6055A2"/>
                </a:solidFill>
                <a:latin typeface="Arial"/>
                <a:ea typeface="Arial"/>
                <a:cs typeface="Arial"/>
              </a:defRPr>
            </a:lvl8pPr>
            <a:lvl9pPr>
              <a:buNone/>
              <a:defRPr sz="2100" b="1">
                <a:solidFill>
                  <a:srgbClr val="6055A2"/>
                </a:solidFill>
                <a:latin typeface="Arial"/>
                <a:ea typeface="Arial"/>
                <a:cs typeface="Arial"/>
              </a:defRPr>
            </a:lvl9pPr>
          </a:lstStyle>
          <a:p xmlns:a="http://schemas.openxmlformats.org/drawingml/2006/main">
            <a:pPr>
              <a:buNone/>
              <a:defRPr sz="2100" b="1">
                <a:solidFill>
                  <a:srgbClr val="6055A2"/>
                </a:solidFill>
                <a:latin typeface="Arial"/>
                <a:ea typeface="Arial"/>
                <a:cs typeface="Arial"/>
              </a:defRPr>
            </a:pPr>
            <a:r>
              <a:rPr sz="2100" b="1">
                <a:solidFill>
                  <a:srgbClr val="6055A2"/>
                </a:solidFill>
                <a:latin typeface="Arial"/>
                <a:ea typeface="Arial"/>
                <a:cs typeface="Arial"/>
              </a:rPr>
              <a:t>Dikey görünüm</a:t>
            </a:r>
          </a:p>
        </p:txBody>
      </p:sp>
      <p:sp>
        <p:nvSpPr>
          <p:cNvPr id="4" name="Yatay görünüm">
            <a:extLst xmlns:a="http://schemas.openxmlformats.org/drawingml/2006/main">
              <a:ext uri="{FF2B5EF4-FFF2-40B4-BE49-F238E27FC236}">
                <a16:creationId xmlns:a16="http://schemas.microsoft.com/office/drawing/2014/main" id="{6A08BB16-6C27-4E9B-AA5E-435C91EC01CA}"/>
              </a:ext>
            </a:extLst>
          </p:cNvPr>
          <p:cNvSpPr>
            <a:spLocks xmlns:a="http://schemas.openxmlformats.org/drawingml/2006/main" noGrp="1"/>
          </p:cNvSpPr>
          <p:nvPr/>
        </p:nvSpPr>
        <p:spPr>
          <a:xfrm xmlns:a="http://schemas.openxmlformats.org/drawingml/2006/main">
            <a:off x="4410075" y="169545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6055A2"/>
                </a:solidFill>
                <a:latin typeface="Arial"/>
                <a:ea typeface="Arial"/>
                <a:cs typeface="Arial"/>
              </a:defRPr>
            </a:defPPr>
            <a:lvl1pPr>
              <a:buNone/>
              <a:defRPr sz="2100" b="1">
                <a:solidFill>
                  <a:srgbClr val="6055A2"/>
                </a:solidFill>
                <a:latin typeface="Arial"/>
                <a:ea typeface="Arial"/>
                <a:cs typeface="Arial"/>
              </a:defRPr>
            </a:lvl1pPr>
            <a:lvl2pPr>
              <a:buNone/>
              <a:defRPr sz="2100" b="1">
                <a:solidFill>
                  <a:srgbClr val="6055A2"/>
                </a:solidFill>
                <a:latin typeface="Arial"/>
                <a:ea typeface="Arial"/>
                <a:cs typeface="Arial"/>
              </a:defRPr>
            </a:lvl2pPr>
            <a:lvl3pPr>
              <a:buNone/>
              <a:defRPr sz="2100" b="1">
                <a:solidFill>
                  <a:srgbClr val="6055A2"/>
                </a:solidFill>
                <a:latin typeface="Arial"/>
                <a:ea typeface="Arial"/>
                <a:cs typeface="Arial"/>
              </a:defRPr>
            </a:lvl3pPr>
            <a:lvl4pPr>
              <a:buNone/>
              <a:defRPr sz="2100" b="1">
                <a:solidFill>
                  <a:srgbClr val="6055A2"/>
                </a:solidFill>
                <a:latin typeface="Arial"/>
                <a:ea typeface="Arial"/>
                <a:cs typeface="Arial"/>
              </a:defRPr>
            </a:lvl4pPr>
            <a:lvl5pPr>
              <a:buNone/>
              <a:defRPr sz="2100" b="1">
                <a:solidFill>
                  <a:srgbClr val="6055A2"/>
                </a:solidFill>
                <a:latin typeface="Arial"/>
                <a:ea typeface="Arial"/>
                <a:cs typeface="Arial"/>
              </a:defRPr>
            </a:lvl5pPr>
            <a:lvl6pPr>
              <a:buNone/>
              <a:defRPr sz="2100" b="1">
                <a:solidFill>
                  <a:srgbClr val="6055A2"/>
                </a:solidFill>
                <a:latin typeface="Arial"/>
                <a:ea typeface="Arial"/>
                <a:cs typeface="Arial"/>
              </a:defRPr>
            </a:lvl6pPr>
            <a:lvl7pPr>
              <a:buNone/>
              <a:defRPr sz="2100" b="1">
                <a:solidFill>
                  <a:srgbClr val="6055A2"/>
                </a:solidFill>
                <a:latin typeface="Arial"/>
                <a:ea typeface="Arial"/>
                <a:cs typeface="Arial"/>
              </a:defRPr>
            </a:lvl7pPr>
            <a:lvl8pPr>
              <a:buNone/>
              <a:defRPr sz="2100" b="1">
                <a:solidFill>
                  <a:srgbClr val="6055A2"/>
                </a:solidFill>
                <a:latin typeface="Arial"/>
                <a:ea typeface="Arial"/>
                <a:cs typeface="Arial"/>
              </a:defRPr>
            </a:lvl8pPr>
            <a:lvl9pPr>
              <a:buNone/>
              <a:defRPr sz="2100" b="1">
                <a:solidFill>
                  <a:srgbClr val="6055A2"/>
                </a:solidFill>
                <a:latin typeface="Arial"/>
                <a:ea typeface="Arial"/>
                <a:cs typeface="Arial"/>
              </a:defRPr>
            </a:lvl9pPr>
          </a:lstStyle>
          <a:p xmlns:a="http://schemas.openxmlformats.org/drawingml/2006/main">
            <a:pPr>
              <a:buNone/>
              <a:defRPr sz="2100" b="1">
                <a:solidFill>
                  <a:srgbClr val="6055A2"/>
                </a:solidFill>
                <a:latin typeface="Arial"/>
                <a:ea typeface="Arial"/>
                <a:cs typeface="Arial"/>
              </a:defRPr>
            </a:pPr>
            <a:r>
              <a:rPr sz="2100" b="1">
                <a:solidFill>
                  <a:srgbClr val="6055A2"/>
                </a:solidFill>
                <a:latin typeface="Arial"/>
                <a:ea typeface="Arial"/>
                <a:cs typeface="Arial"/>
              </a:rPr>
              <a:t>Yatay görünüm</a:t>
            </a:r>
          </a:p>
        </p:txBody>
      </p:sp>
      <p:pic>
        <p:nvPicPr>
          <p:cNvPr id="5" name="">
            <a:extLst xmlns:a="http://schemas.openxmlformats.org/drawingml/2006/main">
              <a:ext uri="{FF2B5EF4-FFF2-40B4-BE49-F238E27FC236}">
                <a16:creationId xmlns:a16="http://schemas.microsoft.com/office/drawing/2014/main" id="{B5C9F006-3532-4133-83B8-24A4603F4FC6}"/>
              </a:ext>
            </a:extLst>
          </p:cNvPr>
          <p:cNvPicPr>
            <a:picLocks xmlns:a="http://schemas.openxmlformats.org/drawingml/2006/main" noChangeAspect="1"/>
          </p:cNvPicPr>
          <p:nvPr/>
        </p:nvPicPr>
        <p:blipFill>
          <a:blip xmlns:r="http://schemas.openxmlformats.org/officeDocument/2006/relationships" xmlns:a="http://schemas.openxmlformats.org/drawingml/2006/main" r:embed="R5a3b31dc4d2b468b"/>
          <a:stretch xmlns:a="http://schemas.openxmlformats.org/drawingml/2006/main"/>
        </p:blipFill>
        <p:spPr>
          <a:xfrm xmlns:a="http://schemas.openxmlformats.org/drawingml/2006/main">
            <a:off x="949404" y="2228850"/>
            <a:ext cx="1701641" cy="378142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7866BFC5-4532-47C5-864B-C27550DBE5FF}"/>
              </a:ext>
            </a:extLst>
          </p:cNvPr>
          <p:cNvPicPr>
            <a:picLocks xmlns:a="http://schemas.openxmlformats.org/drawingml/2006/main" noChangeAspect="1"/>
          </p:cNvPicPr>
          <p:nvPr/>
        </p:nvPicPr>
        <p:blipFill>
          <a:blip xmlns:r="http://schemas.openxmlformats.org/officeDocument/2006/relationships" xmlns:a="http://schemas.openxmlformats.org/drawingml/2006/main" r:embed="R693cac6820394762"/>
          <a:stretch xmlns:a="http://schemas.openxmlformats.org/drawingml/2006/main"/>
        </p:blipFill>
        <p:spPr>
          <a:xfrm xmlns:a="http://schemas.openxmlformats.org/drawingml/2006/main">
            <a:off x="4410075" y="2305050"/>
            <a:ext cx="6667500" cy="3000375"/>
          </a:xfrm>
          <a:prstGeom xmlns:a="http://schemas.openxmlformats.org/drawingml/2006/main" prst="rect">
            <a:avLst/>
          </a:prstGeom>
        </p:spPr>
      </p:pic>
      <p:sp>
        <p:nvSpPr>
          <p:cNvPr id="7" name="Hedef: Aynı iki not korunur. ViewModel, ekran">
            <a:extLst xmlns:a="http://schemas.openxmlformats.org/drawingml/2006/main">
              <a:ext uri="{FF2B5EF4-FFF2-40B4-BE49-F238E27FC236}">
                <a16:creationId xmlns:a16="http://schemas.microsoft.com/office/drawing/2014/main" id="{ACA21E7E-7380-467A-865A-ED99A7E6C9E9}"/>
              </a:ext>
            </a:extLst>
          </p:cNvPr>
          <p:cNvSpPr>
            <a:spLocks xmlns:a="http://schemas.openxmlformats.org/drawingml/2006/main" noGrp="1"/>
          </p:cNvSpPr>
          <p:nvPr/>
        </p:nvSpPr>
        <p:spPr>
          <a:xfrm xmlns:a="http://schemas.openxmlformats.org/drawingml/2006/main">
            <a:off x="4410075" y="5572125"/>
            <a:ext cx="666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83C36"/>
                </a:solidFill>
                <a:latin typeface="Arial"/>
                <a:ea typeface="Arial"/>
                <a:cs typeface="Arial"/>
              </a:defRPr>
            </a:defPPr>
            <a:lvl1pPr>
              <a:buNone/>
              <a:defRPr sz="1800" b="0">
                <a:solidFill>
                  <a:srgbClr val="183C36"/>
                </a:solidFill>
                <a:latin typeface="Arial"/>
                <a:ea typeface="Arial"/>
                <a:cs typeface="Arial"/>
              </a:defRPr>
            </a:lvl1pPr>
            <a:lvl2pPr>
              <a:buNone/>
              <a:defRPr sz="1800" b="0">
                <a:solidFill>
                  <a:srgbClr val="183C36"/>
                </a:solidFill>
                <a:latin typeface="Arial"/>
                <a:ea typeface="Arial"/>
                <a:cs typeface="Arial"/>
              </a:defRPr>
            </a:lvl2pPr>
            <a:lvl3pPr>
              <a:buNone/>
              <a:defRPr sz="1800" b="0">
                <a:solidFill>
                  <a:srgbClr val="183C36"/>
                </a:solidFill>
                <a:latin typeface="Arial"/>
                <a:ea typeface="Arial"/>
                <a:cs typeface="Arial"/>
              </a:defRPr>
            </a:lvl3pPr>
            <a:lvl4pPr>
              <a:buNone/>
              <a:defRPr sz="1800" b="0">
                <a:solidFill>
                  <a:srgbClr val="183C36"/>
                </a:solidFill>
                <a:latin typeface="Arial"/>
                <a:ea typeface="Arial"/>
                <a:cs typeface="Arial"/>
              </a:defRPr>
            </a:lvl4pPr>
            <a:lvl5pPr>
              <a:buNone/>
              <a:defRPr sz="1800" b="0">
                <a:solidFill>
                  <a:srgbClr val="183C36"/>
                </a:solidFill>
                <a:latin typeface="Arial"/>
                <a:ea typeface="Arial"/>
                <a:cs typeface="Arial"/>
              </a:defRPr>
            </a:lvl5pPr>
            <a:lvl6pPr>
              <a:buNone/>
              <a:defRPr sz="1800" b="0">
                <a:solidFill>
                  <a:srgbClr val="183C36"/>
                </a:solidFill>
                <a:latin typeface="Arial"/>
                <a:ea typeface="Arial"/>
                <a:cs typeface="Arial"/>
              </a:defRPr>
            </a:lvl6pPr>
            <a:lvl7pPr>
              <a:buNone/>
              <a:defRPr sz="1800" b="0">
                <a:solidFill>
                  <a:srgbClr val="183C36"/>
                </a:solidFill>
                <a:latin typeface="Arial"/>
                <a:ea typeface="Arial"/>
                <a:cs typeface="Arial"/>
              </a:defRPr>
            </a:lvl7pPr>
            <a:lvl8pPr>
              <a:buNone/>
              <a:defRPr sz="1800" b="0">
                <a:solidFill>
                  <a:srgbClr val="183C36"/>
                </a:solidFill>
                <a:latin typeface="Arial"/>
                <a:ea typeface="Arial"/>
                <a:cs typeface="Arial"/>
              </a:defRPr>
            </a:lvl8pPr>
            <a:lvl9pPr>
              <a:buNone/>
              <a:defRPr sz="1800" b="0">
                <a:solidFill>
                  <a:srgbClr val="183C36"/>
                </a:solidFill>
                <a:latin typeface="Arial"/>
                <a:ea typeface="Arial"/>
                <a:cs typeface="Arial"/>
              </a:defRPr>
            </a:lvl9pPr>
          </a:lstStyle>
          <a:p xmlns:a="http://schemas.openxmlformats.org/drawingml/2006/main">
            <a:pPr>
              <a:buNone/>
              <a:defRPr sz="1800" b="0">
                <a:solidFill>
                  <a:srgbClr val="183C36"/>
                </a:solidFill>
                <a:latin typeface="Arial"/>
                <a:ea typeface="Arial"/>
                <a:cs typeface="Arial"/>
              </a:defRPr>
            </a:pPr>
            <a:r>
              <a:rPr sz="1800" b="0">
                <a:solidFill>
                  <a:srgbClr val="183C36"/>
                </a:solidFill>
                <a:latin typeface="Arial"/>
                <a:ea typeface="Arial"/>
                <a:cs typeface="Arial"/>
              </a:rPr>
              <a:t>Hedef: Aynı iki not korunur. ViewModel, ekranın görünüşünden çok verinin yaşamını değiştirir.</a:t>
            </a:r>
          </a:p>
        </p:txBody>
      </p:sp>
      <p:sp>
        <p:nvSpPr>
          <p:cNvPr id="8" name="Arayüz prototipi. Hedef davranış, grup görevi">
            <a:extLst xmlns:a="http://schemas.openxmlformats.org/drawingml/2006/main">
              <a:ext uri="{FF2B5EF4-FFF2-40B4-BE49-F238E27FC236}">
                <a16:creationId xmlns:a16="http://schemas.microsoft.com/office/drawing/2014/main" id="{10B32993-9D39-4126-83B2-102AAA48ED8A}"/>
              </a:ext>
            </a:extLst>
          </p:cNvPr>
          <p:cNvSpPr>
            <a:spLocks xmlns:a="http://schemas.openxmlformats.org/drawingml/2006/main" noGrp="1"/>
          </p:cNvSpPr>
          <p:nvPr/>
        </p:nvSpPr>
        <p:spPr>
          <a:xfrm xmlns:a="http://schemas.openxmlformats.org/drawingml/2006/main">
            <a:off x="609600" y="627697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67A71"/>
                </a:solidFill>
                <a:latin typeface="Arial"/>
                <a:ea typeface="Arial"/>
                <a:cs typeface="Arial"/>
              </a:defRPr>
            </a:defPPr>
            <a:lvl1pPr>
              <a:buNone/>
              <a:defRPr sz="1725" b="0">
                <a:solidFill>
                  <a:srgbClr val="667A71"/>
                </a:solidFill>
                <a:latin typeface="Arial"/>
                <a:ea typeface="Arial"/>
                <a:cs typeface="Arial"/>
              </a:defRPr>
            </a:lvl1pPr>
            <a:lvl2pPr>
              <a:buNone/>
              <a:defRPr sz="1725" b="0">
                <a:solidFill>
                  <a:srgbClr val="667A71"/>
                </a:solidFill>
                <a:latin typeface="Arial"/>
                <a:ea typeface="Arial"/>
                <a:cs typeface="Arial"/>
              </a:defRPr>
            </a:lvl2pPr>
            <a:lvl3pPr>
              <a:buNone/>
              <a:defRPr sz="1725" b="0">
                <a:solidFill>
                  <a:srgbClr val="667A71"/>
                </a:solidFill>
                <a:latin typeface="Arial"/>
                <a:ea typeface="Arial"/>
                <a:cs typeface="Arial"/>
              </a:defRPr>
            </a:lvl3pPr>
            <a:lvl4pPr>
              <a:buNone/>
              <a:defRPr sz="1725" b="0">
                <a:solidFill>
                  <a:srgbClr val="667A71"/>
                </a:solidFill>
                <a:latin typeface="Arial"/>
                <a:ea typeface="Arial"/>
                <a:cs typeface="Arial"/>
              </a:defRPr>
            </a:lvl4pPr>
            <a:lvl5pPr>
              <a:buNone/>
              <a:defRPr sz="1725" b="0">
                <a:solidFill>
                  <a:srgbClr val="667A71"/>
                </a:solidFill>
                <a:latin typeface="Arial"/>
                <a:ea typeface="Arial"/>
                <a:cs typeface="Arial"/>
              </a:defRPr>
            </a:lvl5pPr>
            <a:lvl6pPr>
              <a:buNone/>
              <a:defRPr sz="1725" b="0">
                <a:solidFill>
                  <a:srgbClr val="667A71"/>
                </a:solidFill>
                <a:latin typeface="Arial"/>
                <a:ea typeface="Arial"/>
                <a:cs typeface="Arial"/>
              </a:defRPr>
            </a:lvl6pPr>
            <a:lvl7pPr>
              <a:buNone/>
              <a:defRPr sz="1725" b="0">
                <a:solidFill>
                  <a:srgbClr val="667A71"/>
                </a:solidFill>
                <a:latin typeface="Arial"/>
                <a:ea typeface="Arial"/>
                <a:cs typeface="Arial"/>
              </a:defRPr>
            </a:lvl7pPr>
            <a:lvl8pPr>
              <a:buNone/>
              <a:defRPr sz="1725" b="0">
                <a:solidFill>
                  <a:srgbClr val="667A71"/>
                </a:solidFill>
                <a:latin typeface="Arial"/>
                <a:ea typeface="Arial"/>
                <a:cs typeface="Arial"/>
              </a:defRPr>
            </a:lvl8pPr>
            <a:lvl9pPr>
              <a:buNone/>
              <a:defRPr sz="1725" b="0">
                <a:solidFill>
                  <a:srgbClr val="667A71"/>
                </a:solidFill>
                <a:latin typeface="Arial"/>
                <a:ea typeface="Arial"/>
                <a:cs typeface="Arial"/>
              </a:defRPr>
            </a:lvl9pPr>
          </a:lstStyle>
          <a:p xmlns:a="http://schemas.openxmlformats.org/drawingml/2006/main">
            <a:pPr>
              <a:buNone/>
              <a:defRPr sz="1725" b="0">
                <a:solidFill>
                  <a:srgbClr val="667A71"/>
                </a:solidFill>
                <a:latin typeface="Arial"/>
                <a:ea typeface="Arial"/>
                <a:cs typeface="Arial"/>
              </a:defRPr>
            </a:pPr>
            <a:r>
              <a:rPr sz="1725" b="0">
                <a:solidFill>
                  <a:srgbClr val="667A71"/>
                </a:solidFill>
                <a:latin typeface="Arial"/>
                <a:ea typeface="Arial"/>
                <a:cs typeface="Arial"/>
              </a:rPr>
              <a:t>Arayüz prototipi. Hedef davranış, grup görevi sırasında kodlanacak.</a:t>
            </a:r>
          </a:p>
        </p:txBody>
      </p:sp>
      <p:sp>
        <p:nvSpPr>
          <p:cNvPr id="9" name="">
            <a:extLst xmlns:a="http://schemas.openxmlformats.org/drawingml/2006/main">
              <a:ext uri="{FF2B5EF4-FFF2-40B4-BE49-F238E27FC236}">
                <a16:creationId xmlns:a16="http://schemas.microsoft.com/office/drawing/2014/main" id="{3171F640-BDFE-474E-B402-294C938AAFE7}"/>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a:solidFill>
                  <a:srgbClr val="71827B"/>
                </a:solidFill>
                <a:latin typeface="Arial"/>
                <a:ea typeface="Arial"/>
                <a:cs typeface="Arial"/>
              </a:rPr>
              <a:t>27</a:t>
            </a:r>
          </a:p>
        </p:txBody>
      </p:sp>
    </p:spTree>
    <p:extLst>
      <p:ext uri="{BB962C8B-B14F-4D97-AF65-F5344CB8AC3E}">
        <p14:creationId xmlns:p14="http://schemas.microsoft.com/office/powerpoint/2010/main" val="248362940"/>
      </p:ext>
    </p:extLst>
  </p:cSld>
</p:sld>
</file>

<file path=ppt/slides/slide28.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GRUP 5 / VİEWMODEL İLE DURUM KORUMA">
            <a:extLst xmlns:a="http://schemas.openxmlformats.org/drawingml/2006/main">
              <a:ext uri="{FF2B5EF4-FFF2-40B4-BE49-F238E27FC236}">
                <a16:creationId xmlns:a16="http://schemas.microsoft.com/office/drawing/2014/main" id="{C625841A-BD2B-455E-B420-B597E21BC4B0}"/>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6055A2"/>
                </a:solidFill>
                <a:latin typeface="Arial"/>
                <a:ea typeface="Arial"/>
                <a:cs typeface="Arial"/>
              </a:defRPr>
            </a:defPPr>
            <a:lvl1pPr>
              <a:buNone/>
              <a:defRPr sz="1425" b="1">
                <a:solidFill>
                  <a:srgbClr val="6055A2"/>
                </a:solidFill>
                <a:latin typeface="Arial"/>
                <a:ea typeface="Arial"/>
                <a:cs typeface="Arial"/>
              </a:defRPr>
            </a:lvl1pPr>
            <a:lvl2pPr>
              <a:buNone/>
              <a:defRPr sz="1425" b="1">
                <a:solidFill>
                  <a:srgbClr val="6055A2"/>
                </a:solidFill>
                <a:latin typeface="Arial"/>
                <a:ea typeface="Arial"/>
                <a:cs typeface="Arial"/>
              </a:defRPr>
            </a:lvl2pPr>
            <a:lvl3pPr>
              <a:buNone/>
              <a:defRPr sz="1425" b="1">
                <a:solidFill>
                  <a:srgbClr val="6055A2"/>
                </a:solidFill>
                <a:latin typeface="Arial"/>
                <a:ea typeface="Arial"/>
                <a:cs typeface="Arial"/>
              </a:defRPr>
            </a:lvl3pPr>
            <a:lvl4pPr>
              <a:buNone/>
              <a:defRPr sz="1425" b="1">
                <a:solidFill>
                  <a:srgbClr val="6055A2"/>
                </a:solidFill>
                <a:latin typeface="Arial"/>
                <a:ea typeface="Arial"/>
                <a:cs typeface="Arial"/>
              </a:defRPr>
            </a:lvl4pPr>
            <a:lvl5pPr>
              <a:buNone/>
              <a:defRPr sz="1425" b="1">
                <a:solidFill>
                  <a:srgbClr val="6055A2"/>
                </a:solidFill>
                <a:latin typeface="Arial"/>
                <a:ea typeface="Arial"/>
                <a:cs typeface="Arial"/>
              </a:defRPr>
            </a:lvl5pPr>
            <a:lvl6pPr>
              <a:buNone/>
              <a:defRPr sz="1425" b="1">
                <a:solidFill>
                  <a:srgbClr val="6055A2"/>
                </a:solidFill>
                <a:latin typeface="Arial"/>
                <a:ea typeface="Arial"/>
                <a:cs typeface="Arial"/>
              </a:defRPr>
            </a:lvl6pPr>
            <a:lvl7pPr>
              <a:buNone/>
              <a:defRPr sz="1425" b="1">
                <a:solidFill>
                  <a:srgbClr val="6055A2"/>
                </a:solidFill>
                <a:latin typeface="Arial"/>
                <a:ea typeface="Arial"/>
                <a:cs typeface="Arial"/>
              </a:defRPr>
            </a:lvl7pPr>
            <a:lvl8pPr>
              <a:buNone/>
              <a:defRPr sz="1425" b="1">
                <a:solidFill>
                  <a:srgbClr val="6055A2"/>
                </a:solidFill>
                <a:latin typeface="Arial"/>
                <a:ea typeface="Arial"/>
                <a:cs typeface="Arial"/>
              </a:defRPr>
            </a:lvl8pPr>
            <a:lvl9pPr>
              <a:buNone/>
              <a:defRPr sz="1425" b="1">
                <a:solidFill>
                  <a:srgbClr val="6055A2"/>
                </a:solidFill>
                <a:latin typeface="Arial"/>
                <a:ea typeface="Arial"/>
                <a:cs typeface="Arial"/>
              </a:defRPr>
            </a:lvl9pPr>
          </a:lstStyle>
          <a:p xmlns:a="http://schemas.openxmlformats.org/drawingml/2006/main">
            <a:pPr>
              <a:buNone/>
              <a:defRPr sz="1425" b="1">
                <a:solidFill>
                  <a:srgbClr val="6055A2"/>
                </a:solidFill>
                <a:latin typeface="Arial"/>
                <a:ea typeface="Arial"/>
                <a:cs typeface="Arial"/>
              </a:defRPr>
            </a:pPr>
            <a:r>
              <a:rPr sz="1425" b="1">
                <a:solidFill>
                  <a:srgbClr val="6055A2"/>
                </a:solidFill>
                <a:latin typeface="Arial"/>
                <a:ea typeface="Arial"/>
                <a:cs typeface="Arial"/>
              </a:rPr>
              <a:t>GRUP 5 / VİEWMODEL İLE DURUM KORUMA</a:t>
            </a:r>
          </a:p>
        </p:txBody>
      </p:sp>
      <p:sp>
        <p:nvSpPr>
          <p:cNvPr id="2" name="Öğrenilecekler ve kazanımlar">
            <a:extLst xmlns:a="http://schemas.openxmlformats.org/drawingml/2006/main">
              <a:ext uri="{FF2B5EF4-FFF2-40B4-BE49-F238E27FC236}">
                <a16:creationId xmlns:a16="http://schemas.microsoft.com/office/drawing/2014/main" id="{218EB942-766C-4D89-B129-CBEBAE0EAB71}"/>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Öğrenilecekler ve kazanımlar</a:t>
            </a:r>
          </a:p>
        </p:txBody>
      </p:sp>
      <p:sp>
        <p:nvSpPr>
          <p:cNvPr id="3" name="18">
            <a:extLst xmlns:a="http://schemas.openxmlformats.org/drawingml/2006/main">
              <a:ext uri="{FF2B5EF4-FFF2-40B4-BE49-F238E27FC236}">
                <a16:creationId xmlns:a16="http://schemas.microsoft.com/office/drawing/2014/main" id="{4AEC61C7-ADBC-4A65-B76E-E26E5441E65C}"/>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28</a:t>
            </a:r>
          </a:p>
        </p:txBody>
      </p:sp>
      <p:sp>
        <p:nvSpPr>
          <p:cNvPr id="4" name="Öğrenilecek konular">
            <a:extLst xmlns:a="http://schemas.openxmlformats.org/drawingml/2006/main">
              <a:ext uri="{FF2B5EF4-FFF2-40B4-BE49-F238E27FC236}">
                <a16:creationId xmlns:a16="http://schemas.microsoft.com/office/drawing/2014/main" id="{1E3C55AE-AD0C-4D86-8DB6-2FCD117A2147}"/>
              </a:ext>
            </a:extLst>
          </p:cNvPr>
          <p:cNvSpPr>
            <a:spLocks xmlns:a="http://schemas.openxmlformats.org/drawingml/2006/main" noGrp="1"/>
          </p:cNvSpPr>
          <p:nvPr/>
        </p:nvSpPr>
        <p:spPr>
          <a:xfrm xmlns:a="http://schemas.openxmlformats.org/drawingml/2006/main">
            <a:off x="609600" y="179070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6055A2"/>
                </a:solidFill>
                <a:latin typeface="Arial"/>
                <a:ea typeface="Arial"/>
                <a:cs typeface="Arial"/>
              </a:defRPr>
            </a:defPPr>
            <a:lvl1pPr>
              <a:buNone/>
              <a:defRPr sz="2250" b="1">
                <a:solidFill>
                  <a:srgbClr val="6055A2"/>
                </a:solidFill>
                <a:latin typeface="Arial"/>
                <a:ea typeface="Arial"/>
                <a:cs typeface="Arial"/>
              </a:defRPr>
            </a:lvl1pPr>
            <a:lvl2pPr>
              <a:buNone/>
              <a:defRPr sz="2250" b="1">
                <a:solidFill>
                  <a:srgbClr val="6055A2"/>
                </a:solidFill>
                <a:latin typeface="Arial"/>
                <a:ea typeface="Arial"/>
                <a:cs typeface="Arial"/>
              </a:defRPr>
            </a:lvl2pPr>
            <a:lvl3pPr>
              <a:buNone/>
              <a:defRPr sz="2250" b="1">
                <a:solidFill>
                  <a:srgbClr val="6055A2"/>
                </a:solidFill>
                <a:latin typeface="Arial"/>
                <a:ea typeface="Arial"/>
                <a:cs typeface="Arial"/>
              </a:defRPr>
            </a:lvl3pPr>
            <a:lvl4pPr>
              <a:buNone/>
              <a:defRPr sz="2250" b="1">
                <a:solidFill>
                  <a:srgbClr val="6055A2"/>
                </a:solidFill>
                <a:latin typeface="Arial"/>
                <a:ea typeface="Arial"/>
                <a:cs typeface="Arial"/>
              </a:defRPr>
            </a:lvl4pPr>
            <a:lvl5pPr>
              <a:buNone/>
              <a:defRPr sz="2250" b="1">
                <a:solidFill>
                  <a:srgbClr val="6055A2"/>
                </a:solidFill>
                <a:latin typeface="Arial"/>
                <a:ea typeface="Arial"/>
                <a:cs typeface="Arial"/>
              </a:defRPr>
            </a:lvl5pPr>
            <a:lvl6pPr>
              <a:buNone/>
              <a:defRPr sz="2250" b="1">
                <a:solidFill>
                  <a:srgbClr val="6055A2"/>
                </a:solidFill>
                <a:latin typeface="Arial"/>
                <a:ea typeface="Arial"/>
                <a:cs typeface="Arial"/>
              </a:defRPr>
            </a:lvl6pPr>
            <a:lvl7pPr>
              <a:buNone/>
              <a:defRPr sz="2250" b="1">
                <a:solidFill>
                  <a:srgbClr val="6055A2"/>
                </a:solidFill>
                <a:latin typeface="Arial"/>
                <a:ea typeface="Arial"/>
                <a:cs typeface="Arial"/>
              </a:defRPr>
            </a:lvl7pPr>
            <a:lvl8pPr>
              <a:buNone/>
              <a:defRPr sz="2250" b="1">
                <a:solidFill>
                  <a:srgbClr val="6055A2"/>
                </a:solidFill>
                <a:latin typeface="Arial"/>
                <a:ea typeface="Arial"/>
                <a:cs typeface="Arial"/>
              </a:defRPr>
            </a:lvl8pPr>
            <a:lvl9pPr>
              <a:buNone/>
              <a:defRPr sz="2250" b="1">
                <a:solidFill>
                  <a:srgbClr val="6055A2"/>
                </a:solidFill>
                <a:latin typeface="Arial"/>
                <a:ea typeface="Arial"/>
                <a:cs typeface="Arial"/>
              </a:defRPr>
            </a:lvl9pPr>
          </a:lstStyle>
          <a:p xmlns:a="http://schemas.openxmlformats.org/drawingml/2006/main">
            <a:pPr>
              <a:buNone/>
              <a:defRPr sz="2250" b="1">
                <a:solidFill>
                  <a:srgbClr val="6055A2"/>
                </a:solidFill>
                <a:latin typeface="Arial"/>
                <a:ea typeface="Arial"/>
                <a:cs typeface="Arial"/>
              </a:defRPr>
            </a:pPr>
            <a:r>
              <a:rPr sz="2250" b="1">
                <a:solidFill>
                  <a:srgbClr val="6055A2"/>
                </a:solidFill>
                <a:latin typeface="Arial"/>
                <a:ea typeface="Arial"/>
                <a:cs typeface="Arial"/>
              </a:rPr>
              <a:t>Öğrenilecek konular</a:t>
            </a:r>
          </a:p>
        </p:txBody>
      </p:sp>
      <p:sp>
        <p:nvSpPr>
          <p:cNvPr id="5" name="Ölçülebilir kazanımlar">
            <a:extLst xmlns:a="http://schemas.openxmlformats.org/drawingml/2006/main">
              <a:ext uri="{FF2B5EF4-FFF2-40B4-BE49-F238E27FC236}">
                <a16:creationId xmlns:a16="http://schemas.microsoft.com/office/drawing/2014/main" id="{35DCD6BA-743B-4812-8510-4E11AA6492FC}"/>
              </a:ext>
            </a:extLst>
          </p:cNvPr>
          <p:cNvSpPr>
            <a:spLocks xmlns:a="http://schemas.openxmlformats.org/drawingml/2006/main" noGrp="1"/>
          </p:cNvSpPr>
          <p:nvPr/>
        </p:nvSpPr>
        <p:spPr>
          <a:xfrm xmlns:a="http://schemas.openxmlformats.org/drawingml/2006/main">
            <a:off x="6448425" y="179070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6055A2"/>
                </a:solidFill>
                <a:latin typeface="Arial"/>
                <a:ea typeface="Arial"/>
                <a:cs typeface="Arial"/>
              </a:defRPr>
            </a:defPPr>
            <a:lvl1pPr>
              <a:buNone/>
              <a:defRPr sz="2250" b="1">
                <a:solidFill>
                  <a:srgbClr val="6055A2"/>
                </a:solidFill>
                <a:latin typeface="Arial"/>
                <a:ea typeface="Arial"/>
                <a:cs typeface="Arial"/>
              </a:defRPr>
            </a:lvl1pPr>
            <a:lvl2pPr>
              <a:buNone/>
              <a:defRPr sz="2250" b="1">
                <a:solidFill>
                  <a:srgbClr val="6055A2"/>
                </a:solidFill>
                <a:latin typeface="Arial"/>
                <a:ea typeface="Arial"/>
                <a:cs typeface="Arial"/>
              </a:defRPr>
            </a:lvl2pPr>
            <a:lvl3pPr>
              <a:buNone/>
              <a:defRPr sz="2250" b="1">
                <a:solidFill>
                  <a:srgbClr val="6055A2"/>
                </a:solidFill>
                <a:latin typeface="Arial"/>
                <a:ea typeface="Arial"/>
                <a:cs typeface="Arial"/>
              </a:defRPr>
            </a:lvl3pPr>
            <a:lvl4pPr>
              <a:buNone/>
              <a:defRPr sz="2250" b="1">
                <a:solidFill>
                  <a:srgbClr val="6055A2"/>
                </a:solidFill>
                <a:latin typeface="Arial"/>
                <a:ea typeface="Arial"/>
                <a:cs typeface="Arial"/>
              </a:defRPr>
            </a:lvl4pPr>
            <a:lvl5pPr>
              <a:buNone/>
              <a:defRPr sz="2250" b="1">
                <a:solidFill>
                  <a:srgbClr val="6055A2"/>
                </a:solidFill>
                <a:latin typeface="Arial"/>
                <a:ea typeface="Arial"/>
                <a:cs typeface="Arial"/>
              </a:defRPr>
            </a:lvl5pPr>
            <a:lvl6pPr>
              <a:buNone/>
              <a:defRPr sz="2250" b="1">
                <a:solidFill>
                  <a:srgbClr val="6055A2"/>
                </a:solidFill>
                <a:latin typeface="Arial"/>
                <a:ea typeface="Arial"/>
                <a:cs typeface="Arial"/>
              </a:defRPr>
            </a:lvl6pPr>
            <a:lvl7pPr>
              <a:buNone/>
              <a:defRPr sz="2250" b="1">
                <a:solidFill>
                  <a:srgbClr val="6055A2"/>
                </a:solidFill>
                <a:latin typeface="Arial"/>
                <a:ea typeface="Arial"/>
                <a:cs typeface="Arial"/>
              </a:defRPr>
            </a:lvl7pPr>
            <a:lvl8pPr>
              <a:buNone/>
              <a:defRPr sz="2250" b="1">
                <a:solidFill>
                  <a:srgbClr val="6055A2"/>
                </a:solidFill>
                <a:latin typeface="Arial"/>
                <a:ea typeface="Arial"/>
                <a:cs typeface="Arial"/>
              </a:defRPr>
            </a:lvl8pPr>
            <a:lvl9pPr>
              <a:buNone/>
              <a:defRPr sz="2250" b="1">
                <a:solidFill>
                  <a:srgbClr val="6055A2"/>
                </a:solidFill>
                <a:latin typeface="Arial"/>
                <a:ea typeface="Arial"/>
                <a:cs typeface="Arial"/>
              </a:defRPr>
            </a:lvl9pPr>
          </a:lstStyle>
          <a:p xmlns:a="http://schemas.openxmlformats.org/drawingml/2006/main">
            <a:pPr>
              <a:buNone/>
              <a:defRPr sz="2250" b="1">
                <a:solidFill>
                  <a:srgbClr val="6055A2"/>
                </a:solidFill>
                <a:latin typeface="Arial"/>
                <a:ea typeface="Arial"/>
                <a:cs typeface="Arial"/>
              </a:defRPr>
            </a:pPr>
            <a:r>
              <a:rPr sz="2250" b="1">
                <a:solidFill>
                  <a:srgbClr val="6055A2"/>
                </a:solidFill>
                <a:latin typeface="Arial"/>
                <a:ea typeface="Arial"/>
                <a:cs typeface="Arial"/>
              </a:rPr>
              <a:t>Ölçülebilir kazanımlar</a:t>
            </a:r>
          </a:p>
        </p:txBody>
      </p:sp>
      <p:sp>
        <p:nvSpPr>
          <p:cNvPr id="6" name="Activity yaşam döngüsü ve yapılandırma d">
            <a:extLst xmlns:a="http://schemas.openxmlformats.org/drawingml/2006/main">
              <a:ext uri="{FF2B5EF4-FFF2-40B4-BE49-F238E27FC236}">
                <a16:creationId xmlns:a16="http://schemas.microsoft.com/office/drawing/2014/main" id="{ABD59C2D-B372-4510-996D-86C03E9B6183}"/>
              </a:ext>
            </a:extLst>
          </p:cNvPr>
          <p:cNvSpPr>
            <a:spLocks xmlns:a="http://schemas.openxmlformats.org/drawingml/2006/main" noGrp="1"/>
          </p:cNvSpPr>
          <p:nvPr/>
        </p:nvSpPr>
        <p:spPr>
          <a:xfrm xmlns:a="http://schemas.openxmlformats.org/drawingml/2006/main">
            <a:off x="609600" y="249555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Activity yaşam döngüsü ve yapılandırma değişikliği</a:t>
            </a:r>
          </a:p>
        </p:txBody>
      </p:sp>
      <p:sp>
        <p:nvSpPr>
          <p:cNvPr id="7" name="ViewModel’in kapsamı ve bellekte tuttuğu">
            <a:extLst xmlns:a="http://schemas.openxmlformats.org/drawingml/2006/main">
              <a:ext uri="{FF2B5EF4-FFF2-40B4-BE49-F238E27FC236}">
                <a16:creationId xmlns:a16="http://schemas.microsoft.com/office/drawing/2014/main" id="{0BB6ED63-C35B-4387-ACF2-189AC0A4023B}"/>
              </a:ext>
            </a:extLst>
          </p:cNvPr>
          <p:cNvSpPr>
            <a:spLocks xmlns:a="http://schemas.openxmlformats.org/drawingml/2006/main" noGrp="1"/>
          </p:cNvSpPr>
          <p:nvPr/>
        </p:nvSpPr>
        <p:spPr>
          <a:xfrm xmlns:a="http://schemas.openxmlformats.org/drawingml/2006/main">
            <a:off x="609600" y="3590925"/>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ViewModel’in kapsamı ve bellekte tuttuğu durum</a:t>
            </a:r>
          </a:p>
        </p:txBody>
      </p:sp>
      <p:sp>
        <p:nvSpPr>
          <p:cNvPr id="8" name="Arayüz ile veri sahibinin sorumlulukları">
            <a:extLst xmlns:a="http://schemas.openxmlformats.org/drawingml/2006/main">
              <a:ext uri="{FF2B5EF4-FFF2-40B4-BE49-F238E27FC236}">
                <a16:creationId xmlns:a16="http://schemas.microsoft.com/office/drawing/2014/main" id="{A57EADE2-DA7B-4ED1-A73A-952E234EFA26}"/>
              </a:ext>
            </a:extLst>
          </p:cNvPr>
          <p:cNvSpPr>
            <a:spLocks xmlns:a="http://schemas.openxmlformats.org/drawingml/2006/main" noGrp="1"/>
          </p:cNvSpPr>
          <p:nvPr/>
        </p:nvSpPr>
        <p:spPr>
          <a:xfrm xmlns:a="http://schemas.openxmlformats.org/drawingml/2006/main">
            <a:off x="609600" y="468630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Arayüz ile veri sahibinin sorumluluklarını ayırma</a:t>
            </a:r>
          </a:p>
        </p:txBody>
      </p:sp>
      <p:sp>
        <p:nvSpPr>
          <p:cNvPr id="9" name="Öğrenci not listesini Activity dışındaki">
            <a:extLst xmlns:a="http://schemas.openxmlformats.org/drawingml/2006/main">
              <a:ext uri="{FF2B5EF4-FFF2-40B4-BE49-F238E27FC236}">
                <a16:creationId xmlns:a16="http://schemas.microsoft.com/office/drawing/2014/main" id="{AC0749EC-8085-4814-9E30-DACADDBC0F6E}"/>
              </a:ext>
            </a:extLst>
          </p:cNvPr>
          <p:cNvSpPr>
            <a:spLocks xmlns:a="http://schemas.openxmlformats.org/drawingml/2006/main" noGrp="1"/>
          </p:cNvSpPr>
          <p:nvPr/>
        </p:nvSpPr>
        <p:spPr>
          <a:xfrm xmlns:a="http://schemas.openxmlformats.org/drawingml/2006/main">
            <a:off x="6448425" y="249555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Öğrenci not listesini Activity dışındaki durum sahibine taşır.</a:t>
            </a:r>
          </a:p>
        </p:txBody>
      </p:sp>
      <p:sp>
        <p:nvSpPr>
          <p:cNvPr id="10" name="Öğrenci döndürme sonrası aynı veriyi tek">
            <a:extLst xmlns:a="http://schemas.openxmlformats.org/drawingml/2006/main">
              <a:ext uri="{FF2B5EF4-FFF2-40B4-BE49-F238E27FC236}">
                <a16:creationId xmlns:a16="http://schemas.microsoft.com/office/drawing/2014/main" id="{2A5C9187-3EE5-4842-98AC-1DD9A55D1218}"/>
              </a:ext>
            </a:extLst>
          </p:cNvPr>
          <p:cNvSpPr>
            <a:spLocks xmlns:a="http://schemas.openxmlformats.org/drawingml/2006/main" noGrp="1"/>
          </p:cNvSpPr>
          <p:nvPr/>
        </p:nvSpPr>
        <p:spPr>
          <a:xfrm xmlns:a="http://schemas.openxmlformats.org/drawingml/2006/main">
            <a:off x="6448425" y="3590925"/>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Öğrenci döndürme sonrası aynı veriyi tekrar ekrana bağlar.</a:t>
            </a:r>
          </a:p>
        </p:txBody>
      </p:sp>
      <p:sp>
        <p:nvSpPr>
          <p:cNvPr id="11" name="Öğrenci ViewModel ile kalıcı saklama ara">
            <a:extLst xmlns:a="http://schemas.openxmlformats.org/drawingml/2006/main">
              <a:ext uri="{FF2B5EF4-FFF2-40B4-BE49-F238E27FC236}">
                <a16:creationId xmlns:a16="http://schemas.microsoft.com/office/drawing/2014/main" id="{4222E112-BE86-45C9-A670-B271C8C4CE01}"/>
              </a:ext>
            </a:extLst>
          </p:cNvPr>
          <p:cNvSpPr>
            <a:spLocks xmlns:a="http://schemas.openxmlformats.org/drawingml/2006/main" noGrp="1"/>
          </p:cNvSpPr>
          <p:nvPr/>
        </p:nvSpPr>
        <p:spPr>
          <a:xfrm xmlns:a="http://schemas.openxmlformats.org/drawingml/2006/main">
            <a:off x="6448425" y="468630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Öğrenci ViewModel ile kalıcı saklama arasındaki farkı açıklar.</a:t>
            </a:r>
          </a:p>
        </p:txBody>
      </p:sp>
    </p:spTree>
    <p:extLst>
      <p:ext uri="{BB962C8B-B14F-4D97-AF65-F5344CB8AC3E}">
        <p14:creationId xmlns:p14="http://schemas.microsoft.com/office/powerpoint/2010/main" val="1580193529"/>
      </p:ext>
    </p:extLst>
  </p:cSld>
</p:sld>
</file>

<file path=ppt/slides/slide29.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GRUP 5 / VİEWMODEL İLE DURUM KORUMA">
            <a:extLst xmlns:a="http://schemas.openxmlformats.org/drawingml/2006/main">
              <a:ext uri="{FF2B5EF4-FFF2-40B4-BE49-F238E27FC236}">
                <a16:creationId xmlns:a16="http://schemas.microsoft.com/office/drawing/2014/main" id="{EDD7B29E-A545-4466-8DC2-88DED845F9EF}"/>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6055A2"/>
                </a:solidFill>
                <a:latin typeface="Arial"/>
                <a:ea typeface="Arial"/>
                <a:cs typeface="Arial"/>
              </a:defRPr>
            </a:defPPr>
            <a:lvl1pPr>
              <a:buNone/>
              <a:defRPr sz="1425" b="1">
                <a:solidFill>
                  <a:srgbClr val="6055A2"/>
                </a:solidFill>
                <a:latin typeface="Arial"/>
                <a:ea typeface="Arial"/>
                <a:cs typeface="Arial"/>
              </a:defRPr>
            </a:lvl1pPr>
            <a:lvl2pPr>
              <a:buNone/>
              <a:defRPr sz="1425" b="1">
                <a:solidFill>
                  <a:srgbClr val="6055A2"/>
                </a:solidFill>
                <a:latin typeface="Arial"/>
                <a:ea typeface="Arial"/>
                <a:cs typeface="Arial"/>
              </a:defRPr>
            </a:lvl2pPr>
            <a:lvl3pPr>
              <a:buNone/>
              <a:defRPr sz="1425" b="1">
                <a:solidFill>
                  <a:srgbClr val="6055A2"/>
                </a:solidFill>
                <a:latin typeface="Arial"/>
                <a:ea typeface="Arial"/>
                <a:cs typeface="Arial"/>
              </a:defRPr>
            </a:lvl3pPr>
            <a:lvl4pPr>
              <a:buNone/>
              <a:defRPr sz="1425" b="1">
                <a:solidFill>
                  <a:srgbClr val="6055A2"/>
                </a:solidFill>
                <a:latin typeface="Arial"/>
                <a:ea typeface="Arial"/>
                <a:cs typeface="Arial"/>
              </a:defRPr>
            </a:lvl4pPr>
            <a:lvl5pPr>
              <a:buNone/>
              <a:defRPr sz="1425" b="1">
                <a:solidFill>
                  <a:srgbClr val="6055A2"/>
                </a:solidFill>
                <a:latin typeface="Arial"/>
                <a:ea typeface="Arial"/>
                <a:cs typeface="Arial"/>
              </a:defRPr>
            </a:lvl5pPr>
            <a:lvl6pPr>
              <a:buNone/>
              <a:defRPr sz="1425" b="1">
                <a:solidFill>
                  <a:srgbClr val="6055A2"/>
                </a:solidFill>
                <a:latin typeface="Arial"/>
                <a:ea typeface="Arial"/>
                <a:cs typeface="Arial"/>
              </a:defRPr>
            </a:lvl6pPr>
            <a:lvl7pPr>
              <a:buNone/>
              <a:defRPr sz="1425" b="1">
                <a:solidFill>
                  <a:srgbClr val="6055A2"/>
                </a:solidFill>
                <a:latin typeface="Arial"/>
                <a:ea typeface="Arial"/>
                <a:cs typeface="Arial"/>
              </a:defRPr>
            </a:lvl7pPr>
            <a:lvl8pPr>
              <a:buNone/>
              <a:defRPr sz="1425" b="1">
                <a:solidFill>
                  <a:srgbClr val="6055A2"/>
                </a:solidFill>
                <a:latin typeface="Arial"/>
                <a:ea typeface="Arial"/>
                <a:cs typeface="Arial"/>
              </a:defRPr>
            </a:lvl8pPr>
            <a:lvl9pPr>
              <a:buNone/>
              <a:defRPr sz="1425" b="1">
                <a:solidFill>
                  <a:srgbClr val="6055A2"/>
                </a:solidFill>
                <a:latin typeface="Arial"/>
                <a:ea typeface="Arial"/>
                <a:cs typeface="Arial"/>
              </a:defRPr>
            </a:lvl9pPr>
          </a:lstStyle>
          <a:p xmlns:a="http://schemas.openxmlformats.org/drawingml/2006/main">
            <a:pPr>
              <a:buNone/>
              <a:defRPr sz="1425" b="1">
                <a:solidFill>
                  <a:srgbClr val="6055A2"/>
                </a:solidFill>
                <a:latin typeface="Arial"/>
                <a:ea typeface="Arial"/>
                <a:cs typeface="Arial"/>
              </a:defRPr>
            </a:pPr>
            <a:r>
              <a:rPr sz="1425" b="1">
                <a:solidFill>
                  <a:srgbClr val="6055A2"/>
                </a:solidFill>
                <a:latin typeface="Arial"/>
                <a:ea typeface="Arial"/>
                <a:cs typeface="Arial"/>
              </a:rPr>
              <a:t>GRUP 5 / VİEWMODEL İLE DURUM KORUMA</a:t>
            </a:r>
          </a:p>
        </p:txBody>
      </p:sp>
      <p:sp>
        <p:nvSpPr>
          <p:cNvPr id="2" name="Kabul kontrolleri ve sunum">
            <a:extLst xmlns:a="http://schemas.openxmlformats.org/drawingml/2006/main">
              <a:ext uri="{FF2B5EF4-FFF2-40B4-BE49-F238E27FC236}">
                <a16:creationId xmlns:a16="http://schemas.microsoft.com/office/drawing/2014/main" id="{94AE59FD-F1B9-4AC3-A3C7-54987B0C2162}"/>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Kabul kontrolleri ve sunum</a:t>
            </a:r>
          </a:p>
        </p:txBody>
      </p:sp>
      <p:sp>
        <p:nvSpPr>
          <p:cNvPr id="3" name="19">
            <a:extLst xmlns:a="http://schemas.openxmlformats.org/drawingml/2006/main">
              <a:ext uri="{FF2B5EF4-FFF2-40B4-BE49-F238E27FC236}">
                <a16:creationId xmlns:a16="http://schemas.microsoft.com/office/drawing/2014/main" id="{52E6B723-8C23-41C1-B7CA-A13E5C7FFA2B}"/>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29</a:t>
            </a:r>
          </a:p>
        </p:txBody>
      </p:sp>
      <p:sp>
        <p:nvSpPr>
          <p:cNvPr id="4" name="1.  Not ekleyin, döndürün ve aynı kayıtl">
            <a:extLst xmlns:a="http://schemas.openxmlformats.org/drawingml/2006/main">
              <a:ext uri="{FF2B5EF4-FFF2-40B4-BE49-F238E27FC236}">
                <a16:creationId xmlns:a16="http://schemas.microsoft.com/office/drawing/2014/main" id="{8ECA3E20-C385-41C3-A05F-689584930409}"/>
              </a:ext>
            </a:extLst>
          </p:cNvPr>
          <p:cNvSpPr>
            <a:spLocks xmlns:a="http://schemas.openxmlformats.org/drawingml/2006/main" noGrp="1"/>
          </p:cNvSpPr>
          <p:nvPr/>
        </p:nvSpPr>
        <p:spPr>
          <a:xfrm xmlns:a="http://schemas.openxmlformats.org/drawingml/2006/main">
            <a:off x="609600" y="185737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1.  Not ekleyin, döndürün ve aynı kayıtların kaldığını görün.</a:t>
            </a:r>
          </a:p>
        </p:txBody>
      </p:sp>
      <p:sp>
        <p:nvSpPr>
          <p:cNvPr id="5" name="2.  Bir notu değiştirip tekrar döndürün.">
            <a:extLst xmlns:a="http://schemas.openxmlformats.org/drawingml/2006/main">
              <a:ext uri="{FF2B5EF4-FFF2-40B4-BE49-F238E27FC236}">
                <a16:creationId xmlns:a16="http://schemas.microsoft.com/office/drawing/2014/main" id="{702D5F25-E78A-4580-87B2-463B56811E60}"/>
              </a:ext>
            </a:extLst>
          </p:cNvPr>
          <p:cNvSpPr>
            <a:spLocks xmlns:a="http://schemas.openxmlformats.org/drawingml/2006/main" noGrp="1"/>
          </p:cNvSpPr>
          <p:nvPr/>
        </p:nvSpPr>
        <p:spPr>
          <a:xfrm xmlns:a="http://schemas.openxmlformats.org/drawingml/2006/main">
            <a:off x="609600" y="284797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2.  Bir notu değiştirip tekrar döndürün. Liste çoğalmasın.</a:t>
            </a:r>
          </a:p>
        </p:txBody>
      </p:sp>
      <p:sp>
        <p:nvSpPr>
          <p:cNvPr id="6" name="3.  Süreç sona erdirilip yeniden açılınc">
            <a:extLst xmlns:a="http://schemas.openxmlformats.org/drawingml/2006/main">
              <a:ext uri="{FF2B5EF4-FFF2-40B4-BE49-F238E27FC236}">
                <a16:creationId xmlns:a16="http://schemas.microsoft.com/office/drawing/2014/main" id="{F73E2D23-A6B9-4333-8FE1-F3CD49832D1E}"/>
              </a:ext>
            </a:extLst>
          </p:cNvPr>
          <p:cNvSpPr>
            <a:spLocks xmlns:a="http://schemas.openxmlformats.org/drawingml/2006/main" noGrp="1"/>
          </p:cNvSpPr>
          <p:nvPr/>
        </p:nvSpPr>
        <p:spPr>
          <a:xfrm xmlns:a="http://schemas.openxmlformats.org/drawingml/2006/main">
            <a:off x="609600" y="383857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3.  Süreç sona erdirilip yeniden açılınca verinin sıfırlanabileceğini açıklayın.</a:t>
            </a:r>
          </a:p>
        </p:txBody>
      </p:sp>
      <p:sp>
        <p:nvSpPr>
          <p:cNvPr id="7" name="Sınıf demosu">
            <a:extLst xmlns:a="http://schemas.openxmlformats.org/drawingml/2006/main">
              <a:ext uri="{FF2B5EF4-FFF2-40B4-BE49-F238E27FC236}">
                <a16:creationId xmlns:a16="http://schemas.microsoft.com/office/drawing/2014/main" id="{648F595B-F6D9-4B3D-BEE6-7CA44AC65521}"/>
              </a:ext>
            </a:extLst>
          </p:cNvPr>
          <p:cNvSpPr>
            <a:spLocks xmlns:a="http://schemas.openxmlformats.org/drawingml/2006/main" noGrp="1"/>
          </p:cNvSpPr>
          <p:nvPr/>
        </p:nvSpPr>
        <p:spPr>
          <a:xfrm xmlns:a="http://schemas.openxmlformats.org/drawingml/2006/main">
            <a:off x="609600" y="51149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6055A2"/>
                </a:solidFill>
                <a:latin typeface="Arial"/>
                <a:ea typeface="Arial"/>
                <a:cs typeface="Arial"/>
              </a:defRPr>
            </a:defPPr>
            <a:lvl1pPr>
              <a:buNone/>
              <a:defRPr sz="1875" b="1">
                <a:solidFill>
                  <a:srgbClr val="6055A2"/>
                </a:solidFill>
                <a:latin typeface="Arial"/>
                <a:ea typeface="Arial"/>
                <a:cs typeface="Arial"/>
              </a:defRPr>
            </a:lvl1pPr>
            <a:lvl2pPr>
              <a:buNone/>
              <a:defRPr sz="1875" b="1">
                <a:solidFill>
                  <a:srgbClr val="6055A2"/>
                </a:solidFill>
                <a:latin typeface="Arial"/>
                <a:ea typeface="Arial"/>
                <a:cs typeface="Arial"/>
              </a:defRPr>
            </a:lvl2pPr>
            <a:lvl3pPr>
              <a:buNone/>
              <a:defRPr sz="1875" b="1">
                <a:solidFill>
                  <a:srgbClr val="6055A2"/>
                </a:solidFill>
                <a:latin typeface="Arial"/>
                <a:ea typeface="Arial"/>
                <a:cs typeface="Arial"/>
              </a:defRPr>
            </a:lvl3pPr>
            <a:lvl4pPr>
              <a:buNone/>
              <a:defRPr sz="1875" b="1">
                <a:solidFill>
                  <a:srgbClr val="6055A2"/>
                </a:solidFill>
                <a:latin typeface="Arial"/>
                <a:ea typeface="Arial"/>
                <a:cs typeface="Arial"/>
              </a:defRPr>
            </a:lvl4pPr>
            <a:lvl5pPr>
              <a:buNone/>
              <a:defRPr sz="1875" b="1">
                <a:solidFill>
                  <a:srgbClr val="6055A2"/>
                </a:solidFill>
                <a:latin typeface="Arial"/>
                <a:ea typeface="Arial"/>
                <a:cs typeface="Arial"/>
              </a:defRPr>
            </a:lvl5pPr>
            <a:lvl6pPr>
              <a:buNone/>
              <a:defRPr sz="1875" b="1">
                <a:solidFill>
                  <a:srgbClr val="6055A2"/>
                </a:solidFill>
                <a:latin typeface="Arial"/>
                <a:ea typeface="Arial"/>
                <a:cs typeface="Arial"/>
              </a:defRPr>
            </a:lvl6pPr>
            <a:lvl7pPr>
              <a:buNone/>
              <a:defRPr sz="1875" b="1">
                <a:solidFill>
                  <a:srgbClr val="6055A2"/>
                </a:solidFill>
                <a:latin typeface="Arial"/>
                <a:ea typeface="Arial"/>
                <a:cs typeface="Arial"/>
              </a:defRPr>
            </a:lvl7pPr>
            <a:lvl8pPr>
              <a:buNone/>
              <a:defRPr sz="1875" b="1">
                <a:solidFill>
                  <a:srgbClr val="6055A2"/>
                </a:solidFill>
                <a:latin typeface="Arial"/>
                <a:ea typeface="Arial"/>
                <a:cs typeface="Arial"/>
              </a:defRPr>
            </a:lvl8pPr>
            <a:lvl9pPr>
              <a:buNone/>
              <a:defRPr sz="1875" b="1">
                <a:solidFill>
                  <a:srgbClr val="6055A2"/>
                </a:solidFill>
                <a:latin typeface="Arial"/>
                <a:ea typeface="Arial"/>
                <a:cs typeface="Arial"/>
              </a:defRPr>
            </a:lvl9pPr>
          </a:lstStyle>
          <a:p xmlns:a="http://schemas.openxmlformats.org/drawingml/2006/main">
            <a:pPr>
              <a:buNone/>
              <a:defRPr sz="1875" b="1">
                <a:solidFill>
                  <a:srgbClr val="6055A2"/>
                </a:solidFill>
                <a:latin typeface="Arial"/>
                <a:ea typeface="Arial"/>
                <a:cs typeface="Arial"/>
              </a:defRPr>
            </a:pPr>
            <a:r>
              <a:rPr sz="1875" b="1">
                <a:solidFill>
                  <a:srgbClr val="6055A2"/>
                </a:solidFill>
                <a:latin typeface="Arial"/>
                <a:ea typeface="Arial"/>
                <a:cs typeface="Arial"/>
              </a:rPr>
              <a:t>Sınıf demosu</a:t>
            </a:r>
          </a:p>
        </p:txBody>
      </p:sp>
      <p:sp>
        <p:nvSpPr>
          <p:cNvPr id="8" name="Döndürme öncesi ve sonrası not kimlikler">
            <a:extLst xmlns:a="http://schemas.openxmlformats.org/drawingml/2006/main">
              <a:ext uri="{FF2B5EF4-FFF2-40B4-BE49-F238E27FC236}">
                <a16:creationId xmlns:a16="http://schemas.microsoft.com/office/drawing/2014/main" id="{F0C41954-C6ED-4808-8059-5A9FBDB84CD6}"/>
              </a:ext>
            </a:extLst>
          </p:cNvPr>
          <p:cNvSpPr>
            <a:spLocks xmlns:a="http://schemas.openxmlformats.org/drawingml/2006/main" noGrp="1"/>
          </p:cNvSpPr>
          <p:nvPr/>
        </p:nvSpPr>
        <p:spPr>
          <a:xfrm xmlns:a="http://schemas.openxmlformats.org/drawingml/2006/main">
            <a:off x="609600" y="55816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Döndürme öncesi ve sonrası not kimliklerini ve sayısını karşılaştırın.</a:t>
            </a:r>
          </a:p>
        </p:txBody>
      </p:sp>
    </p:spTree>
    <p:extLst>
      <p:ext uri="{BB962C8B-B14F-4D97-AF65-F5344CB8AC3E}">
        <p14:creationId xmlns:p14="http://schemas.microsoft.com/office/powerpoint/2010/main" val="1720322917"/>
      </p:ext>
    </p:extLst>
  </p:cSld>
</p:sld>
</file>

<file path=ppt/slides/slide30.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GRUP 6 / KISA KAVRAM NOTLARI">
            <a:extLst xmlns:a="http://schemas.openxmlformats.org/drawingml/2006/main">
              <a:ext uri="{FF2B5EF4-FFF2-40B4-BE49-F238E27FC236}">
                <a16:creationId xmlns:a16="http://schemas.microsoft.com/office/drawing/2014/main" id="{9BC6343F-D433-485A-9066-B04192E38B43}"/>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276A80"/>
                </a:solidFill>
                <a:latin typeface="Arial"/>
                <a:ea typeface="Arial"/>
                <a:cs typeface="Arial"/>
              </a:defRPr>
            </a:defPPr>
            <a:lvl1pPr>
              <a:defRPr sz="1425" b="1">
                <a:solidFill>
                  <a:srgbClr val="276A80"/>
                </a:solidFill>
                <a:latin typeface="Arial"/>
                <a:ea typeface="Arial"/>
                <a:cs typeface="Arial"/>
              </a:defRPr>
            </a:lvl1pPr>
            <a:lvl2pPr>
              <a:defRPr sz="1425" b="1">
                <a:solidFill>
                  <a:srgbClr val="276A80"/>
                </a:solidFill>
                <a:latin typeface="Arial"/>
                <a:ea typeface="Arial"/>
                <a:cs typeface="Arial"/>
              </a:defRPr>
            </a:lvl2pPr>
            <a:lvl3pPr>
              <a:defRPr sz="1425" b="1">
                <a:solidFill>
                  <a:srgbClr val="276A80"/>
                </a:solidFill>
                <a:latin typeface="Arial"/>
                <a:ea typeface="Arial"/>
                <a:cs typeface="Arial"/>
              </a:defRPr>
            </a:lvl3pPr>
            <a:lvl4pPr>
              <a:defRPr sz="1425" b="1">
                <a:solidFill>
                  <a:srgbClr val="276A80"/>
                </a:solidFill>
                <a:latin typeface="Arial"/>
                <a:ea typeface="Arial"/>
                <a:cs typeface="Arial"/>
              </a:defRPr>
            </a:lvl4pPr>
            <a:lvl5pPr>
              <a:defRPr sz="1425" b="1">
                <a:solidFill>
                  <a:srgbClr val="276A80"/>
                </a:solidFill>
                <a:latin typeface="Arial"/>
                <a:ea typeface="Arial"/>
                <a:cs typeface="Arial"/>
              </a:defRPr>
            </a:lvl5pPr>
            <a:lvl6pPr>
              <a:defRPr sz="1425" b="1">
                <a:solidFill>
                  <a:srgbClr val="276A80"/>
                </a:solidFill>
                <a:latin typeface="Arial"/>
                <a:ea typeface="Arial"/>
                <a:cs typeface="Arial"/>
              </a:defRPr>
            </a:lvl6pPr>
            <a:lvl7pPr>
              <a:defRPr sz="1425" b="1">
                <a:solidFill>
                  <a:srgbClr val="276A80"/>
                </a:solidFill>
                <a:latin typeface="Arial"/>
                <a:ea typeface="Arial"/>
                <a:cs typeface="Arial"/>
              </a:defRPr>
            </a:lvl7pPr>
            <a:lvl8pPr>
              <a:defRPr sz="1425" b="1">
                <a:solidFill>
                  <a:srgbClr val="276A80"/>
                </a:solidFill>
                <a:latin typeface="Arial"/>
                <a:ea typeface="Arial"/>
                <a:cs typeface="Arial"/>
              </a:defRPr>
            </a:lvl8pPr>
            <a:lvl9pPr>
              <a:defRPr sz="1425" b="1">
                <a:solidFill>
                  <a:srgbClr val="276A80"/>
                </a:solidFill>
                <a:latin typeface="Arial"/>
                <a:ea typeface="Arial"/>
                <a:cs typeface="Arial"/>
              </a:defRPr>
            </a:lvl9pPr>
          </a:lstStyle>
          <a:p xmlns:a="http://schemas.openxmlformats.org/drawingml/2006/main">
            <a:pPr>
              <a:defRPr sz="1425" b="1">
                <a:solidFill>
                  <a:srgbClr val="276A80"/>
                </a:solidFill>
                <a:latin typeface="Arial"/>
                <a:ea typeface="Arial"/>
                <a:cs typeface="Arial"/>
              </a:defRPr>
            </a:pPr>
            <a:r>
              <a:rPr sz="1425" b="1">
                <a:solidFill>
                  <a:srgbClr val="276A80"/>
                </a:solidFill>
                <a:latin typeface="Arial"/>
                <a:ea typeface="Arial"/>
                <a:cs typeface="Arial"/>
              </a:rPr>
              <a:t>GRUP 6 / KISA KAVRAM NOTLARI</a:t>
            </a:r>
          </a:p>
        </p:txBody>
      </p:sp>
      <p:sp>
        <p:nvSpPr>
          <p:cNvPr id="2" name="Fragment ve ekran yönetimi">
            <a:extLst xmlns:a="http://schemas.openxmlformats.org/drawingml/2006/main">
              <a:ext uri="{FF2B5EF4-FFF2-40B4-BE49-F238E27FC236}">
                <a16:creationId xmlns:a16="http://schemas.microsoft.com/office/drawing/2014/main" id="{A738B7E0-56D0-4442-B351-613574EFAB86}"/>
              </a:ext>
            </a:extLst>
          </p:cNvPr>
          <p:cNvSpPr>
            <a:spLocks xmlns:a="http://schemas.openxmlformats.org/drawingml/2006/main" noGrp="1"/>
          </p:cNvSpPr>
          <p:nvPr/>
        </p:nvSpPr>
        <p:spPr>
          <a:xfrm xmlns:a="http://schemas.openxmlformats.org/drawingml/2006/main">
            <a:off x="609600" y="781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defRPr sz="3225" b="1">
                <a:solidFill>
                  <a:srgbClr val="143E37"/>
                </a:solidFill>
                <a:latin typeface="Arial"/>
                <a:ea typeface="Arial"/>
                <a:cs typeface="Arial"/>
              </a:defRPr>
            </a:lvl1pPr>
            <a:lvl2pPr>
              <a:defRPr sz="3225" b="1">
                <a:solidFill>
                  <a:srgbClr val="143E37"/>
                </a:solidFill>
                <a:latin typeface="Arial"/>
                <a:ea typeface="Arial"/>
                <a:cs typeface="Arial"/>
              </a:defRPr>
            </a:lvl2pPr>
            <a:lvl3pPr>
              <a:defRPr sz="3225" b="1">
                <a:solidFill>
                  <a:srgbClr val="143E37"/>
                </a:solidFill>
                <a:latin typeface="Arial"/>
                <a:ea typeface="Arial"/>
                <a:cs typeface="Arial"/>
              </a:defRPr>
            </a:lvl3pPr>
            <a:lvl4pPr>
              <a:defRPr sz="3225" b="1">
                <a:solidFill>
                  <a:srgbClr val="143E37"/>
                </a:solidFill>
                <a:latin typeface="Arial"/>
                <a:ea typeface="Arial"/>
                <a:cs typeface="Arial"/>
              </a:defRPr>
            </a:lvl4pPr>
            <a:lvl5pPr>
              <a:defRPr sz="3225" b="1">
                <a:solidFill>
                  <a:srgbClr val="143E37"/>
                </a:solidFill>
                <a:latin typeface="Arial"/>
                <a:ea typeface="Arial"/>
                <a:cs typeface="Arial"/>
              </a:defRPr>
            </a:lvl5pPr>
            <a:lvl6pPr>
              <a:defRPr sz="3225" b="1">
                <a:solidFill>
                  <a:srgbClr val="143E37"/>
                </a:solidFill>
                <a:latin typeface="Arial"/>
                <a:ea typeface="Arial"/>
                <a:cs typeface="Arial"/>
              </a:defRPr>
            </a:lvl6pPr>
            <a:lvl7pPr>
              <a:defRPr sz="3225" b="1">
                <a:solidFill>
                  <a:srgbClr val="143E37"/>
                </a:solidFill>
                <a:latin typeface="Arial"/>
                <a:ea typeface="Arial"/>
                <a:cs typeface="Arial"/>
              </a:defRPr>
            </a:lvl7pPr>
            <a:lvl8pPr>
              <a:defRPr sz="3225" b="1">
                <a:solidFill>
                  <a:srgbClr val="143E37"/>
                </a:solidFill>
                <a:latin typeface="Arial"/>
                <a:ea typeface="Arial"/>
                <a:cs typeface="Arial"/>
              </a:defRPr>
            </a:lvl8pPr>
            <a:lvl9pPr>
              <a:defRPr sz="3225" b="1">
                <a:solidFill>
                  <a:srgbClr val="143E37"/>
                </a:solidFill>
                <a:latin typeface="Arial"/>
                <a:ea typeface="Arial"/>
                <a:cs typeface="Arial"/>
              </a:defRPr>
            </a:lvl9pPr>
          </a:lstStyle>
          <a:p xmlns:a="http://schemas.openxmlformats.org/drawingml/2006/main">
            <a:pPr>
              <a:defRPr sz="3225" b="1">
                <a:solidFill>
                  <a:srgbClr val="143E37"/>
                </a:solidFill>
                <a:latin typeface="Arial"/>
                <a:ea typeface="Arial"/>
                <a:cs typeface="Arial"/>
              </a:defRPr>
            </a:pPr>
            <a:r>
              <a:rPr sz="3225" b="1">
                <a:solidFill>
                  <a:srgbClr val="143E37"/>
                </a:solidFill>
                <a:latin typeface="Arial"/>
                <a:ea typeface="Arial"/>
                <a:cs typeface="Arial"/>
              </a:rPr>
              <a:t>Fragment ve ekran yönetimi</a:t>
            </a:r>
          </a:p>
        </p:txBody>
      </p:sp>
      <p:sp>
        <p:nvSpPr>
          <p:cNvPr id="3" name="Fragment">
            <a:extLst xmlns:a="http://schemas.openxmlformats.org/drawingml/2006/main">
              <a:ext uri="{FF2B5EF4-FFF2-40B4-BE49-F238E27FC236}">
                <a16:creationId xmlns:a16="http://schemas.microsoft.com/office/drawing/2014/main" id="{ABF3503F-35CA-411D-AFFE-5DB4BF973E8C}"/>
              </a:ext>
            </a:extLst>
          </p:cNvPr>
          <p:cNvSpPr>
            <a:spLocks xmlns:a="http://schemas.openxmlformats.org/drawingml/2006/main" noGrp="1"/>
          </p:cNvSpPr>
          <p:nvPr/>
        </p:nvSpPr>
        <p:spPr>
          <a:xfrm xmlns:a="http://schemas.openxmlformats.org/drawingml/2006/main">
            <a:off x="609600" y="180022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76A80"/>
                </a:solidFill>
                <a:latin typeface="Arial"/>
                <a:ea typeface="Arial"/>
                <a:cs typeface="Arial"/>
              </a:defRPr>
            </a:defPPr>
            <a:lvl1pPr>
              <a:defRPr sz="2175" b="1">
                <a:solidFill>
                  <a:srgbClr val="276A80"/>
                </a:solidFill>
                <a:latin typeface="Arial"/>
                <a:ea typeface="Arial"/>
                <a:cs typeface="Arial"/>
              </a:defRPr>
            </a:lvl1pPr>
            <a:lvl2pPr>
              <a:defRPr sz="2175" b="1">
                <a:solidFill>
                  <a:srgbClr val="276A80"/>
                </a:solidFill>
                <a:latin typeface="Arial"/>
                <a:ea typeface="Arial"/>
                <a:cs typeface="Arial"/>
              </a:defRPr>
            </a:lvl2pPr>
            <a:lvl3pPr>
              <a:defRPr sz="2175" b="1">
                <a:solidFill>
                  <a:srgbClr val="276A80"/>
                </a:solidFill>
                <a:latin typeface="Arial"/>
                <a:ea typeface="Arial"/>
                <a:cs typeface="Arial"/>
              </a:defRPr>
            </a:lvl3pPr>
            <a:lvl4pPr>
              <a:defRPr sz="2175" b="1">
                <a:solidFill>
                  <a:srgbClr val="276A80"/>
                </a:solidFill>
                <a:latin typeface="Arial"/>
                <a:ea typeface="Arial"/>
                <a:cs typeface="Arial"/>
              </a:defRPr>
            </a:lvl4pPr>
            <a:lvl5pPr>
              <a:defRPr sz="2175" b="1">
                <a:solidFill>
                  <a:srgbClr val="276A80"/>
                </a:solidFill>
                <a:latin typeface="Arial"/>
                <a:ea typeface="Arial"/>
                <a:cs typeface="Arial"/>
              </a:defRPr>
            </a:lvl5pPr>
            <a:lvl6pPr>
              <a:defRPr sz="2175" b="1">
                <a:solidFill>
                  <a:srgbClr val="276A80"/>
                </a:solidFill>
                <a:latin typeface="Arial"/>
                <a:ea typeface="Arial"/>
                <a:cs typeface="Arial"/>
              </a:defRPr>
            </a:lvl6pPr>
            <a:lvl7pPr>
              <a:defRPr sz="2175" b="1">
                <a:solidFill>
                  <a:srgbClr val="276A80"/>
                </a:solidFill>
                <a:latin typeface="Arial"/>
                <a:ea typeface="Arial"/>
                <a:cs typeface="Arial"/>
              </a:defRPr>
            </a:lvl7pPr>
            <a:lvl8pPr>
              <a:defRPr sz="2175" b="1">
                <a:solidFill>
                  <a:srgbClr val="276A80"/>
                </a:solidFill>
                <a:latin typeface="Arial"/>
                <a:ea typeface="Arial"/>
                <a:cs typeface="Arial"/>
              </a:defRPr>
            </a:lvl8pPr>
            <a:lvl9pPr>
              <a:defRPr sz="2175" b="1">
                <a:solidFill>
                  <a:srgbClr val="276A80"/>
                </a:solidFill>
                <a:latin typeface="Arial"/>
                <a:ea typeface="Arial"/>
                <a:cs typeface="Arial"/>
              </a:defRPr>
            </a:lvl9pPr>
          </a:lstStyle>
          <a:p xmlns:a="http://schemas.openxmlformats.org/drawingml/2006/main">
            <a:pPr>
              <a:defRPr sz="2175" b="1">
                <a:solidFill>
                  <a:srgbClr val="276A80"/>
                </a:solidFill>
                <a:latin typeface="Arial"/>
                <a:ea typeface="Arial"/>
                <a:cs typeface="Arial"/>
              </a:defRPr>
            </a:pPr>
            <a:r>
              <a:rPr sz="2175" b="1">
                <a:solidFill>
                  <a:srgbClr val="276A80"/>
                </a:solidFill>
                <a:latin typeface="Arial"/>
                <a:ea typeface="Arial"/>
                <a:cs typeface="Arial"/>
              </a:rPr>
              <a:t>Fragment</a:t>
            </a:r>
          </a:p>
        </p:txBody>
      </p:sp>
      <p:sp>
        <p:nvSpPr>
          <p:cNvPr id="4" name="Activity içinde çalışan, kendi XML’i ve yaşam">
            <a:extLst xmlns:a="http://schemas.openxmlformats.org/drawingml/2006/main">
              <a:ext uri="{FF2B5EF4-FFF2-40B4-BE49-F238E27FC236}">
                <a16:creationId xmlns:a16="http://schemas.microsoft.com/office/drawing/2014/main" id="{64FDD562-73F0-4DA3-A36B-9A700AD0AB3D}"/>
              </a:ext>
            </a:extLst>
          </p:cNvPr>
          <p:cNvSpPr>
            <a:spLocks xmlns:a="http://schemas.openxmlformats.org/drawingml/2006/main" noGrp="1"/>
          </p:cNvSpPr>
          <p:nvPr/>
        </p:nvSpPr>
        <p:spPr>
          <a:xfrm xmlns:a="http://schemas.openxmlformats.org/drawingml/2006/main">
            <a:off x="609600" y="220980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defRPr sz="2100" b="0">
                <a:solidFill>
                  <a:srgbClr val="183C36"/>
                </a:solidFill>
                <a:latin typeface="Arial"/>
                <a:ea typeface="Arial"/>
                <a:cs typeface="Arial"/>
              </a:defRPr>
            </a:lvl1pPr>
            <a:lvl2pPr>
              <a:defRPr sz="2100" b="0">
                <a:solidFill>
                  <a:srgbClr val="183C36"/>
                </a:solidFill>
                <a:latin typeface="Arial"/>
                <a:ea typeface="Arial"/>
                <a:cs typeface="Arial"/>
              </a:defRPr>
            </a:lvl2pPr>
            <a:lvl3pPr>
              <a:defRPr sz="2100" b="0">
                <a:solidFill>
                  <a:srgbClr val="183C36"/>
                </a:solidFill>
                <a:latin typeface="Arial"/>
                <a:ea typeface="Arial"/>
                <a:cs typeface="Arial"/>
              </a:defRPr>
            </a:lvl3pPr>
            <a:lvl4pPr>
              <a:defRPr sz="2100" b="0">
                <a:solidFill>
                  <a:srgbClr val="183C36"/>
                </a:solidFill>
                <a:latin typeface="Arial"/>
                <a:ea typeface="Arial"/>
                <a:cs typeface="Arial"/>
              </a:defRPr>
            </a:lvl4pPr>
            <a:lvl5pPr>
              <a:defRPr sz="2100" b="0">
                <a:solidFill>
                  <a:srgbClr val="183C36"/>
                </a:solidFill>
                <a:latin typeface="Arial"/>
                <a:ea typeface="Arial"/>
                <a:cs typeface="Arial"/>
              </a:defRPr>
            </a:lvl5pPr>
            <a:lvl6pPr>
              <a:defRPr sz="2100" b="0">
                <a:solidFill>
                  <a:srgbClr val="183C36"/>
                </a:solidFill>
                <a:latin typeface="Arial"/>
                <a:ea typeface="Arial"/>
                <a:cs typeface="Arial"/>
              </a:defRPr>
            </a:lvl6pPr>
            <a:lvl7pPr>
              <a:defRPr sz="2100" b="0">
                <a:solidFill>
                  <a:srgbClr val="183C36"/>
                </a:solidFill>
                <a:latin typeface="Arial"/>
                <a:ea typeface="Arial"/>
                <a:cs typeface="Arial"/>
              </a:defRPr>
            </a:lvl7pPr>
            <a:lvl8pPr>
              <a:defRPr sz="2100" b="0">
                <a:solidFill>
                  <a:srgbClr val="183C36"/>
                </a:solidFill>
                <a:latin typeface="Arial"/>
                <a:ea typeface="Arial"/>
                <a:cs typeface="Arial"/>
              </a:defRPr>
            </a:lvl8pPr>
            <a:lvl9pPr>
              <a:defRPr sz="2100" b="0">
                <a:solidFill>
                  <a:srgbClr val="183C36"/>
                </a:solidFill>
                <a:latin typeface="Arial"/>
                <a:ea typeface="Arial"/>
                <a:cs typeface="Arial"/>
              </a:defRPr>
            </a:lvl9pPr>
          </a:lstStyle>
          <a:p xmlns:a="http://schemas.openxmlformats.org/drawingml/2006/main">
            <a:pPr>
              <a:defRPr sz="2100" b="0">
                <a:solidFill>
                  <a:srgbClr val="183C36"/>
                </a:solidFill>
                <a:latin typeface="Arial"/>
                <a:ea typeface="Arial"/>
                <a:cs typeface="Arial"/>
              </a:defRPr>
            </a:pPr>
            <a:r>
              <a:rPr sz="2100" b="0">
                <a:solidFill>
                  <a:srgbClr val="183C36"/>
                </a:solidFill>
                <a:latin typeface="Arial"/>
                <a:ea typeface="Arial"/>
                <a:cs typeface="Arial"/>
              </a:rPr>
              <a:t>Activity içinde çalışan, kendi XML’i ve yaşam döngüsü olan arayüz parçasıdır. Liste ve ayrıntı ayrı parçalara bölünür.</a:t>
            </a:r>
          </a:p>
        </p:txBody>
      </p:sp>
      <p:sp>
        <p:nvSpPr>
          <p:cNvPr id="5" name="Ortak ViewModel">
            <a:extLst xmlns:a="http://schemas.openxmlformats.org/drawingml/2006/main">
              <a:ext uri="{FF2B5EF4-FFF2-40B4-BE49-F238E27FC236}">
                <a16:creationId xmlns:a16="http://schemas.microsoft.com/office/drawing/2014/main" id="{95350D4A-7132-4462-A896-CDFEF8E835DC}"/>
              </a:ext>
            </a:extLst>
          </p:cNvPr>
          <p:cNvSpPr>
            <a:spLocks xmlns:a="http://schemas.openxmlformats.org/drawingml/2006/main" noGrp="1"/>
          </p:cNvSpPr>
          <p:nvPr/>
        </p:nvSpPr>
        <p:spPr>
          <a:xfrm xmlns:a="http://schemas.openxmlformats.org/drawingml/2006/main">
            <a:off x="609600" y="287655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76A80"/>
                </a:solidFill>
                <a:latin typeface="Arial"/>
                <a:ea typeface="Arial"/>
                <a:cs typeface="Arial"/>
              </a:defRPr>
            </a:defPPr>
            <a:lvl1pPr>
              <a:defRPr sz="2175" b="1">
                <a:solidFill>
                  <a:srgbClr val="276A80"/>
                </a:solidFill>
                <a:latin typeface="Arial"/>
                <a:ea typeface="Arial"/>
                <a:cs typeface="Arial"/>
              </a:defRPr>
            </a:lvl1pPr>
            <a:lvl2pPr>
              <a:defRPr sz="2175" b="1">
                <a:solidFill>
                  <a:srgbClr val="276A80"/>
                </a:solidFill>
                <a:latin typeface="Arial"/>
                <a:ea typeface="Arial"/>
                <a:cs typeface="Arial"/>
              </a:defRPr>
            </a:lvl2pPr>
            <a:lvl3pPr>
              <a:defRPr sz="2175" b="1">
                <a:solidFill>
                  <a:srgbClr val="276A80"/>
                </a:solidFill>
                <a:latin typeface="Arial"/>
                <a:ea typeface="Arial"/>
                <a:cs typeface="Arial"/>
              </a:defRPr>
            </a:lvl3pPr>
            <a:lvl4pPr>
              <a:defRPr sz="2175" b="1">
                <a:solidFill>
                  <a:srgbClr val="276A80"/>
                </a:solidFill>
                <a:latin typeface="Arial"/>
                <a:ea typeface="Arial"/>
                <a:cs typeface="Arial"/>
              </a:defRPr>
            </a:lvl4pPr>
            <a:lvl5pPr>
              <a:defRPr sz="2175" b="1">
                <a:solidFill>
                  <a:srgbClr val="276A80"/>
                </a:solidFill>
                <a:latin typeface="Arial"/>
                <a:ea typeface="Arial"/>
                <a:cs typeface="Arial"/>
              </a:defRPr>
            </a:lvl5pPr>
            <a:lvl6pPr>
              <a:defRPr sz="2175" b="1">
                <a:solidFill>
                  <a:srgbClr val="276A80"/>
                </a:solidFill>
                <a:latin typeface="Arial"/>
                <a:ea typeface="Arial"/>
                <a:cs typeface="Arial"/>
              </a:defRPr>
            </a:lvl6pPr>
            <a:lvl7pPr>
              <a:defRPr sz="2175" b="1">
                <a:solidFill>
                  <a:srgbClr val="276A80"/>
                </a:solidFill>
                <a:latin typeface="Arial"/>
                <a:ea typeface="Arial"/>
                <a:cs typeface="Arial"/>
              </a:defRPr>
            </a:lvl7pPr>
            <a:lvl8pPr>
              <a:defRPr sz="2175" b="1">
                <a:solidFill>
                  <a:srgbClr val="276A80"/>
                </a:solidFill>
                <a:latin typeface="Arial"/>
                <a:ea typeface="Arial"/>
                <a:cs typeface="Arial"/>
              </a:defRPr>
            </a:lvl8pPr>
            <a:lvl9pPr>
              <a:defRPr sz="2175" b="1">
                <a:solidFill>
                  <a:srgbClr val="276A80"/>
                </a:solidFill>
                <a:latin typeface="Arial"/>
                <a:ea typeface="Arial"/>
                <a:cs typeface="Arial"/>
              </a:defRPr>
            </a:lvl9pPr>
          </a:lstStyle>
          <a:p xmlns:a="http://schemas.openxmlformats.org/drawingml/2006/main">
            <a:pPr>
              <a:defRPr sz="2175" b="1">
                <a:solidFill>
                  <a:srgbClr val="276A80"/>
                </a:solidFill>
                <a:latin typeface="Arial"/>
                <a:ea typeface="Arial"/>
                <a:cs typeface="Arial"/>
              </a:defRPr>
            </a:pPr>
            <a:r>
              <a:rPr sz="2175" b="1">
                <a:solidFill>
                  <a:srgbClr val="276A80"/>
                </a:solidFill>
                <a:latin typeface="Arial"/>
                <a:ea typeface="Arial"/>
                <a:cs typeface="Arial"/>
              </a:rPr>
              <a:t>Ortak ViewModel</a:t>
            </a:r>
          </a:p>
        </p:txBody>
      </p:sp>
      <p:sp>
        <p:nvSpPr>
          <p:cNvPr id="6" name="İki Fragment aynı Activity kapsamındaki ViewM">
            <a:extLst xmlns:a="http://schemas.openxmlformats.org/drawingml/2006/main">
              <a:ext uri="{FF2B5EF4-FFF2-40B4-BE49-F238E27FC236}">
                <a16:creationId xmlns:a16="http://schemas.microsoft.com/office/drawing/2014/main" id="{22578577-702D-4B7D-A707-D696B13A8313}"/>
              </a:ext>
            </a:extLst>
          </p:cNvPr>
          <p:cNvSpPr>
            <a:spLocks xmlns:a="http://schemas.openxmlformats.org/drawingml/2006/main" noGrp="1"/>
          </p:cNvSpPr>
          <p:nvPr/>
        </p:nvSpPr>
        <p:spPr>
          <a:xfrm xmlns:a="http://schemas.openxmlformats.org/drawingml/2006/main">
            <a:off x="609600" y="328612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defRPr sz="2100" b="0">
                <a:solidFill>
                  <a:srgbClr val="183C36"/>
                </a:solidFill>
                <a:latin typeface="Arial"/>
                <a:ea typeface="Arial"/>
                <a:cs typeface="Arial"/>
              </a:defRPr>
            </a:lvl1pPr>
            <a:lvl2pPr>
              <a:defRPr sz="2100" b="0">
                <a:solidFill>
                  <a:srgbClr val="183C36"/>
                </a:solidFill>
                <a:latin typeface="Arial"/>
                <a:ea typeface="Arial"/>
                <a:cs typeface="Arial"/>
              </a:defRPr>
            </a:lvl2pPr>
            <a:lvl3pPr>
              <a:defRPr sz="2100" b="0">
                <a:solidFill>
                  <a:srgbClr val="183C36"/>
                </a:solidFill>
                <a:latin typeface="Arial"/>
                <a:ea typeface="Arial"/>
                <a:cs typeface="Arial"/>
              </a:defRPr>
            </a:lvl3pPr>
            <a:lvl4pPr>
              <a:defRPr sz="2100" b="0">
                <a:solidFill>
                  <a:srgbClr val="183C36"/>
                </a:solidFill>
                <a:latin typeface="Arial"/>
                <a:ea typeface="Arial"/>
                <a:cs typeface="Arial"/>
              </a:defRPr>
            </a:lvl4pPr>
            <a:lvl5pPr>
              <a:defRPr sz="2100" b="0">
                <a:solidFill>
                  <a:srgbClr val="183C36"/>
                </a:solidFill>
                <a:latin typeface="Arial"/>
                <a:ea typeface="Arial"/>
                <a:cs typeface="Arial"/>
              </a:defRPr>
            </a:lvl5pPr>
            <a:lvl6pPr>
              <a:defRPr sz="2100" b="0">
                <a:solidFill>
                  <a:srgbClr val="183C36"/>
                </a:solidFill>
                <a:latin typeface="Arial"/>
                <a:ea typeface="Arial"/>
                <a:cs typeface="Arial"/>
              </a:defRPr>
            </a:lvl6pPr>
            <a:lvl7pPr>
              <a:defRPr sz="2100" b="0">
                <a:solidFill>
                  <a:srgbClr val="183C36"/>
                </a:solidFill>
                <a:latin typeface="Arial"/>
                <a:ea typeface="Arial"/>
                <a:cs typeface="Arial"/>
              </a:defRPr>
            </a:lvl7pPr>
            <a:lvl8pPr>
              <a:defRPr sz="2100" b="0">
                <a:solidFill>
                  <a:srgbClr val="183C36"/>
                </a:solidFill>
                <a:latin typeface="Arial"/>
                <a:ea typeface="Arial"/>
                <a:cs typeface="Arial"/>
              </a:defRPr>
            </a:lvl8pPr>
            <a:lvl9pPr>
              <a:defRPr sz="2100" b="0">
                <a:solidFill>
                  <a:srgbClr val="183C36"/>
                </a:solidFill>
                <a:latin typeface="Arial"/>
                <a:ea typeface="Arial"/>
                <a:cs typeface="Arial"/>
              </a:defRPr>
            </a:lvl9pPr>
          </a:lstStyle>
          <a:p xmlns:a="http://schemas.openxmlformats.org/drawingml/2006/main">
            <a:pPr>
              <a:defRPr sz="2100" b="0">
                <a:solidFill>
                  <a:srgbClr val="183C36"/>
                </a:solidFill>
                <a:latin typeface="Arial"/>
                <a:ea typeface="Arial"/>
                <a:cs typeface="Arial"/>
              </a:defRPr>
            </a:pPr>
            <a:r>
              <a:rPr sz="2100" b="0">
                <a:solidFill>
                  <a:srgbClr val="183C36"/>
                </a:solidFill>
                <a:latin typeface="Arial"/>
                <a:ea typeface="Arial"/>
                <a:cs typeface="Arial"/>
              </a:rPr>
              <a:t>İki Fragment aynı Activity kapsamındaki ViewModel’den not listesine ve seçilen not kimliğine erişir.</a:t>
            </a:r>
          </a:p>
        </p:txBody>
      </p:sp>
      <p:sp>
        <p:nvSpPr>
          <p:cNvPr id="7" name="Geri yığını">
            <a:extLst xmlns:a="http://schemas.openxmlformats.org/drawingml/2006/main">
              <a:ext uri="{FF2B5EF4-FFF2-40B4-BE49-F238E27FC236}">
                <a16:creationId xmlns:a16="http://schemas.microsoft.com/office/drawing/2014/main" id="{B385442A-4095-47D3-80BF-CED6FCBCE801}"/>
              </a:ext>
            </a:extLst>
          </p:cNvPr>
          <p:cNvSpPr>
            <a:spLocks xmlns:a="http://schemas.openxmlformats.org/drawingml/2006/main" noGrp="1"/>
          </p:cNvSpPr>
          <p:nvPr/>
        </p:nvSpPr>
        <p:spPr>
          <a:xfrm xmlns:a="http://schemas.openxmlformats.org/drawingml/2006/main">
            <a:off x="609600" y="39528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76A80"/>
                </a:solidFill>
                <a:latin typeface="Arial"/>
                <a:ea typeface="Arial"/>
                <a:cs typeface="Arial"/>
              </a:defRPr>
            </a:defPPr>
            <a:lvl1pPr>
              <a:defRPr sz="2175" b="1">
                <a:solidFill>
                  <a:srgbClr val="276A80"/>
                </a:solidFill>
                <a:latin typeface="Arial"/>
                <a:ea typeface="Arial"/>
                <a:cs typeface="Arial"/>
              </a:defRPr>
            </a:lvl1pPr>
            <a:lvl2pPr>
              <a:defRPr sz="2175" b="1">
                <a:solidFill>
                  <a:srgbClr val="276A80"/>
                </a:solidFill>
                <a:latin typeface="Arial"/>
                <a:ea typeface="Arial"/>
                <a:cs typeface="Arial"/>
              </a:defRPr>
            </a:lvl2pPr>
            <a:lvl3pPr>
              <a:defRPr sz="2175" b="1">
                <a:solidFill>
                  <a:srgbClr val="276A80"/>
                </a:solidFill>
                <a:latin typeface="Arial"/>
                <a:ea typeface="Arial"/>
                <a:cs typeface="Arial"/>
              </a:defRPr>
            </a:lvl3pPr>
            <a:lvl4pPr>
              <a:defRPr sz="2175" b="1">
                <a:solidFill>
                  <a:srgbClr val="276A80"/>
                </a:solidFill>
                <a:latin typeface="Arial"/>
                <a:ea typeface="Arial"/>
                <a:cs typeface="Arial"/>
              </a:defRPr>
            </a:lvl4pPr>
            <a:lvl5pPr>
              <a:defRPr sz="2175" b="1">
                <a:solidFill>
                  <a:srgbClr val="276A80"/>
                </a:solidFill>
                <a:latin typeface="Arial"/>
                <a:ea typeface="Arial"/>
                <a:cs typeface="Arial"/>
              </a:defRPr>
            </a:lvl5pPr>
            <a:lvl6pPr>
              <a:defRPr sz="2175" b="1">
                <a:solidFill>
                  <a:srgbClr val="276A80"/>
                </a:solidFill>
                <a:latin typeface="Arial"/>
                <a:ea typeface="Arial"/>
                <a:cs typeface="Arial"/>
              </a:defRPr>
            </a:lvl6pPr>
            <a:lvl7pPr>
              <a:defRPr sz="2175" b="1">
                <a:solidFill>
                  <a:srgbClr val="276A80"/>
                </a:solidFill>
                <a:latin typeface="Arial"/>
                <a:ea typeface="Arial"/>
                <a:cs typeface="Arial"/>
              </a:defRPr>
            </a:lvl7pPr>
            <a:lvl8pPr>
              <a:defRPr sz="2175" b="1">
                <a:solidFill>
                  <a:srgbClr val="276A80"/>
                </a:solidFill>
                <a:latin typeface="Arial"/>
                <a:ea typeface="Arial"/>
                <a:cs typeface="Arial"/>
              </a:defRPr>
            </a:lvl8pPr>
            <a:lvl9pPr>
              <a:defRPr sz="2175" b="1">
                <a:solidFill>
                  <a:srgbClr val="276A80"/>
                </a:solidFill>
                <a:latin typeface="Arial"/>
                <a:ea typeface="Arial"/>
                <a:cs typeface="Arial"/>
              </a:defRPr>
            </a:lvl9pPr>
          </a:lstStyle>
          <a:p xmlns:a="http://schemas.openxmlformats.org/drawingml/2006/main">
            <a:pPr>
              <a:defRPr sz="2175" b="1">
                <a:solidFill>
                  <a:srgbClr val="276A80"/>
                </a:solidFill>
                <a:latin typeface="Arial"/>
                <a:ea typeface="Arial"/>
                <a:cs typeface="Arial"/>
              </a:defRPr>
            </a:pPr>
            <a:r>
              <a:rPr sz="2175" b="1">
                <a:solidFill>
                  <a:srgbClr val="276A80"/>
                </a:solidFill>
                <a:latin typeface="Arial"/>
                <a:ea typeface="Arial"/>
                <a:cs typeface="Arial"/>
              </a:rPr>
              <a:t>Geri yığını</a:t>
            </a:r>
          </a:p>
        </p:txBody>
      </p:sp>
      <p:sp>
        <p:nvSpPr>
          <p:cNvPr id="8" name="Önceki geçişi geri almayı sağlar. Ayrıntıda G">
            <a:extLst xmlns:a="http://schemas.openxmlformats.org/drawingml/2006/main">
              <a:ext uri="{FF2B5EF4-FFF2-40B4-BE49-F238E27FC236}">
                <a16:creationId xmlns:a16="http://schemas.microsoft.com/office/drawing/2014/main" id="{848D0048-CE31-489D-BE9F-FB34B326884F}"/>
              </a:ext>
            </a:extLst>
          </p:cNvPr>
          <p:cNvSpPr>
            <a:spLocks xmlns:a="http://schemas.openxmlformats.org/drawingml/2006/main" noGrp="1"/>
          </p:cNvSpPr>
          <p:nvPr/>
        </p:nvSpPr>
        <p:spPr>
          <a:xfrm xmlns:a="http://schemas.openxmlformats.org/drawingml/2006/main">
            <a:off x="609600" y="436245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defRPr sz="2100" b="0">
                <a:solidFill>
                  <a:srgbClr val="183C36"/>
                </a:solidFill>
                <a:latin typeface="Arial"/>
                <a:ea typeface="Arial"/>
                <a:cs typeface="Arial"/>
              </a:defRPr>
            </a:lvl1pPr>
            <a:lvl2pPr>
              <a:defRPr sz="2100" b="0">
                <a:solidFill>
                  <a:srgbClr val="183C36"/>
                </a:solidFill>
                <a:latin typeface="Arial"/>
                <a:ea typeface="Arial"/>
                <a:cs typeface="Arial"/>
              </a:defRPr>
            </a:lvl2pPr>
            <a:lvl3pPr>
              <a:defRPr sz="2100" b="0">
                <a:solidFill>
                  <a:srgbClr val="183C36"/>
                </a:solidFill>
                <a:latin typeface="Arial"/>
                <a:ea typeface="Arial"/>
                <a:cs typeface="Arial"/>
              </a:defRPr>
            </a:lvl3pPr>
            <a:lvl4pPr>
              <a:defRPr sz="2100" b="0">
                <a:solidFill>
                  <a:srgbClr val="183C36"/>
                </a:solidFill>
                <a:latin typeface="Arial"/>
                <a:ea typeface="Arial"/>
                <a:cs typeface="Arial"/>
              </a:defRPr>
            </a:lvl4pPr>
            <a:lvl5pPr>
              <a:defRPr sz="2100" b="0">
                <a:solidFill>
                  <a:srgbClr val="183C36"/>
                </a:solidFill>
                <a:latin typeface="Arial"/>
                <a:ea typeface="Arial"/>
                <a:cs typeface="Arial"/>
              </a:defRPr>
            </a:lvl5pPr>
            <a:lvl6pPr>
              <a:defRPr sz="2100" b="0">
                <a:solidFill>
                  <a:srgbClr val="183C36"/>
                </a:solidFill>
                <a:latin typeface="Arial"/>
                <a:ea typeface="Arial"/>
                <a:cs typeface="Arial"/>
              </a:defRPr>
            </a:lvl6pPr>
            <a:lvl7pPr>
              <a:defRPr sz="2100" b="0">
                <a:solidFill>
                  <a:srgbClr val="183C36"/>
                </a:solidFill>
                <a:latin typeface="Arial"/>
                <a:ea typeface="Arial"/>
                <a:cs typeface="Arial"/>
              </a:defRPr>
            </a:lvl7pPr>
            <a:lvl8pPr>
              <a:defRPr sz="2100" b="0">
                <a:solidFill>
                  <a:srgbClr val="183C36"/>
                </a:solidFill>
                <a:latin typeface="Arial"/>
                <a:ea typeface="Arial"/>
                <a:cs typeface="Arial"/>
              </a:defRPr>
            </a:lvl8pPr>
            <a:lvl9pPr>
              <a:defRPr sz="2100" b="0">
                <a:solidFill>
                  <a:srgbClr val="183C36"/>
                </a:solidFill>
                <a:latin typeface="Arial"/>
                <a:ea typeface="Arial"/>
                <a:cs typeface="Arial"/>
              </a:defRPr>
            </a:lvl9pPr>
          </a:lstStyle>
          <a:p xmlns:a="http://schemas.openxmlformats.org/drawingml/2006/main">
            <a:pPr>
              <a:defRPr sz="2100" b="0">
                <a:solidFill>
                  <a:srgbClr val="183C36"/>
                </a:solidFill>
                <a:latin typeface="Arial"/>
                <a:ea typeface="Arial"/>
                <a:cs typeface="Arial"/>
              </a:defRPr>
            </a:pPr>
            <a:r>
              <a:rPr sz="2100" b="0">
                <a:solidFill>
                  <a:srgbClr val="183C36"/>
                </a:solidFill>
                <a:latin typeface="Arial"/>
                <a:ea typeface="Arial"/>
                <a:cs typeface="Arial"/>
              </a:rPr>
              <a:t>Önceki geçişi geri almayı sağlar. Ayrıntıda Geri’ye basınca liste görünümüne dönülür.</a:t>
            </a:r>
          </a:p>
        </p:txBody>
      </p:sp>
      <p:sp>
        <p:nvSpPr>
          <p:cNvPr id="9" name="ViewBinding temizliği">
            <a:extLst xmlns:a="http://schemas.openxmlformats.org/drawingml/2006/main">
              <a:ext uri="{FF2B5EF4-FFF2-40B4-BE49-F238E27FC236}">
                <a16:creationId xmlns:a16="http://schemas.microsoft.com/office/drawing/2014/main" id="{8DA68EC5-42AB-46AD-A3E3-6BC7D8C01362}"/>
              </a:ext>
            </a:extLst>
          </p:cNvPr>
          <p:cNvSpPr>
            <a:spLocks xmlns:a="http://schemas.openxmlformats.org/drawingml/2006/main" noGrp="1"/>
          </p:cNvSpPr>
          <p:nvPr/>
        </p:nvSpPr>
        <p:spPr>
          <a:xfrm xmlns:a="http://schemas.openxmlformats.org/drawingml/2006/main">
            <a:off x="609600" y="502920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76A80"/>
                </a:solidFill>
                <a:latin typeface="Arial"/>
                <a:ea typeface="Arial"/>
                <a:cs typeface="Arial"/>
              </a:defRPr>
            </a:defPPr>
            <a:lvl1pPr>
              <a:defRPr sz="2175" b="1">
                <a:solidFill>
                  <a:srgbClr val="276A80"/>
                </a:solidFill>
                <a:latin typeface="Arial"/>
                <a:ea typeface="Arial"/>
                <a:cs typeface="Arial"/>
              </a:defRPr>
            </a:lvl1pPr>
            <a:lvl2pPr>
              <a:defRPr sz="2175" b="1">
                <a:solidFill>
                  <a:srgbClr val="276A80"/>
                </a:solidFill>
                <a:latin typeface="Arial"/>
                <a:ea typeface="Arial"/>
                <a:cs typeface="Arial"/>
              </a:defRPr>
            </a:lvl2pPr>
            <a:lvl3pPr>
              <a:defRPr sz="2175" b="1">
                <a:solidFill>
                  <a:srgbClr val="276A80"/>
                </a:solidFill>
                <a:latin typeface="Arial"/>
                <a:ea typeface="Arial"/>
                <a:cs typeface="Arial"/>
              </a:defRPr>
            </a:lvl3pPr>
            <a:lvl4pPr>
              <a:defRPr sz="2175" b="1">
                <a:solidFill>
                  <a:srgbClr val="276A80"/>
                </a:solidFill>
                <a:latin typeface="Arial"/>
                <a:ea typeface="Arial"/>
                <a:cs typeface="Arial"/>
              </a:defRPr>
            </a:lvl4pPr>
            <a:lvl5pPr>
              <a:defRPr sz="2175" b="1">
                <a:solidFill>
                  <a:srgbClr val="276A80"/>
                </a:solidFill>
                <a:latin typeface="Arial"/>
                <a:ea typeface="Arial"/>
                <a:cs typeface="Arial"/>
              </a:defRPr>
            </a:lvl5pPr>
            <a:lvl6pPr>
              <a:defRPr sz="2175" b="1">
                <a:solidFill>
                  <a:srgbClr val="276A80"/>
                </a:solidFill>
                <a:latin typeface="Arial"/>
                <a:ea typeface="Arial"/>
                <a:cs typeface="Arial"/>
              </a:defRPr>
            </a:lvl6pPr>
            <a:lvl7pPr>
              <a:defRPr sz="2175" b="1">
                <a:solidFill>
                  <a:srgbClr val="276A80"/>
                </a:solidFill>
                <a:latin typeface="Arial"/>
                <a:ea typeface="Arial"/>
                <a:cs typeface="Arial"/>
              </a:defRPr>
            </a:lvl7pPr>
            <a:lvl8pPr>
              <a:defRPr sz="2175" b="1">
                <a:solidFill>
                  <a:srgbClr val="276A80"/>
                </a:solidFill>
                <a:latin typeface="Arial"/>
                <a:ea typeface="Arial"/>
                <a:cs typeface="Arial"/>
              </a:defRPr>
            </a:lvl8pPr>
            <a:lvl9pPr>
              <a:defRPr sz="2175" b="1">
                <a:solidFill>
                  <a:srgbClr val="276A80"/>
                </a:solidFill>
                <a:latin typeface="Arial"/>
                <a:ea typeface="Arial"/>
                <a:cs typeface="Arial"/>
              </a:defRPr>
            </a:lvl9pPr>
          </a:lstStyle>
          <a:p xmlns:a="http://schemas.openxmlformats.org/drawingml/2006/main">
            <a:pPr>
              <a:defRPr sz="2175" b="1">
                <a:solidFill>
                  <a:srgbClr val="276A80"/>
                </a:solidFill>
                <a:latin typeface="Arial"/>
                <a:ea typeface="Arial"/>
                <a:cs typeface="Arial"/>
              </a:defRPr>
            </a:pPr>
            <a:r>
              <a:rPr sz="2175" b="1">
                <a:solidFill>
                  <a:srgbClr val="276A80"/>
                </a:solidFill>
                <a:latin typeface="Arial"/>
                <a:ea typeface="Arial"/>
                <a:cs typeface="Arial"/>
              </a:rPr>
              <a:t>ViewBinding temizliği</a:t>
            </a:r>
          </a:p>
        </p:txBody>
      </p:sp>
      <p:sp>
        <p:nvSpPr>
          <p:cNvPr id="10" name="onDestroyView içinde binding referansı bırakı">
            <a:extLst xmlns:a="http://schemas.openxmlformats.org/drawingml/2006/main">
              <a:ext uri="{FF2B5EF4-FFF2-40B4-BE49-F238E27FC236}">
                <a16:creationId xmlns:a16="http://schemas.microsoft.com/office/drawing/2014/main" id="{514E7D90-F4F1-41CC-8D1B-D04CA9E7CD1F}"/>
              </a:ext>
            </a:extLst>
          </p:cNvPr>
          <p:cNvSpPr>
            <a:spLocks xmlns:a="http://schemas.openxmlformats.org/drawingml/2006/main" noGrp="1"/>
          </p:cNvSpPr>
          <p:nvPr/>
        </p:nvSpPr>
        <p:spPr>
          <a:xfrm xmlns:a="http://schemas.openxmlformats.org/drawingml/2006/main">
            <a:off x="609600" y="543877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defRPr sz="2100" b="0">
                <a:solidFill>
                  <a:srgbClr val="183C36"/>
                </a:solidFill>
                <a:latin typeface="Arial"/>
                <a:ea typeface="Arial"/>
                <a:cs typeface="Arial"/>
              </a:defRPr>
            </a:lvl1pPr>
            <a:lvl2pPr>
              <a:defRPr sz="2100" b="0">
                <a:solidFill>
                  <a:srgbClr val="183C36"/>
                </a:solidFill>
                <a:latin typeface="Arial"/>
                <a:ea typeface="Arial"/>
                <a:cs typeface="Arial"/>
              </a:defRPr>
            </a:lvl2pPr>
            <a:lvl3pPr>
              <a:defRPr sz="2100" b="0">
                <a:solidFill>
                  <a:srgbClr val="183C36"/>
                </a:solidFill>
                <a:latin typeface="Arial"/>
                <a:ea typeface="Arial"/>
                <a:cs typeface="Arial"/>
              </a:defRPr>
            </a:lvl3pPr>
            <a:lvl4pPr>
              <a:defRPr sz="2100" b="0">
                <a:solidFill>
                  <a:srgbClr val="183C36"/>
                </a:solidFill>
                <a:latin typeface="Arial"/>
                <a:ea typeface="Arial"/>
                <a:cs typeface="Arial"/>
              </a:defRPr>
            </a:lvl4pPr>
            <a:lvl5pPr>
              <a:defRPr sz="2100" b="0">
                <a:solidFill>
                  <a:srgbClr val="183C36"/>
                </a:solidFill>
                <a:latin typeface="Arial"/>
                <a:ea typeface="Arial"/>
                <a:cs typeface="Arial"/>
              </a:defRPr>
            </a:lvl5pPr>
            <a:lvl6pPr>
              <a:defRPr sz="2100" b="0">
                <a:solidFill>
                  <a:srgbClr val="183C36"/>
                </a:solidFill>
                <a:latin typeface="Arial"/>
                <a:ea typeface="Arial"/>
                <a:cs typeface="Arial"/>
              </a:defRPr>
            </a:lvl6pPr>
            <a:lvl7pPr>
              <a:defRPr sz="2100" b="0">
                <a:solidFill>
                  <a:srgbClr val="183C36"/>
                </a:solidFill>
                <a:latin typeface="Arial"/>
                <a:ea typeface="Arial"/>
                <a:cs typeface="Arial"/>
              </a:defRPr>
            </a:lvl7pPr>
            <a:lvl8pPr>
              <a:defRPr sz="2100" b="0">
                <a:solidFill>
                  <a:srgbClr val="183C36"/>
                </a:solidFill>
                <a:latin typeface="Arial"/>
                <a:ea typeface="Arial"/>
                <a:cs typeface="Arial"/>
              </a:defRPr>
            </a:lvl8pPr>
            <a:lvl9pPr>
              <a:defRPr sz="2100" b="0">
                <a:solidFill>
                  <a:srgbClr val="183C36"/>
                </a:solidFill>
                <a:latin typeface="Arial"/>
                <a:ea typeface="Arial"/>
                <a:cs typeface="Arial"/>
              </a:defRPr>
            </a:lvl9pPr>
          </a:lstStyle>
          <a:p xmlns:a="http://schemas.openxmlformats.org/drawingml/2006/main">
            <a:pPr>
              <a:defRPr sz="2100" b="0">
                <a:solidFill>
                  <a:srgbClr val="183C36"/>
                </a:solidFill>
                <a:latin typeface="Arial"/>
                <a:ea typeface="Arial"/>
                <a:cs typeface="Arial"/>
              </a:defRPr>
            </a:pPr>
            <a:r>
              <a:rPr sz="2100" b="0">
                <a:solidFill>
                  <a:srgbClr val="183C36"/>
                </a:solidFill>
                <a:latin typeface="Arial"/>
                <a:ea typeface="Arial"/>
                <a:cs typeface="Arial"/>
              </a:rPr>
              <a:t>onDestroyView içinde binding referansı bırakılır. Yeni görünüm oluşturulunca binding yeniden kurulur.</a:t>
            </a:r>
          </a:p>
        </p:txBody>
      </p:sp>
      <p:sp>
        <p:nvSpPr>
          <p:cNvPr id="11" name="">
            <a:extLst xmlns:a="http://schemas.openxmlformats.org/drawingml/2006/main">
              <a:ext uri="{FF2B5EF4-FFF2-40B4-BE49-F238E27FC236}">
                <a16:creationId xmlns:a16="http://schemas.microsoft.com/office/drawing/2014/main" id="{F5ADACC5-A205-43AD-BDE8-65F8B2E5C2AF}"/>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defRPr sz="1275" b="0">
                <a:solidFill>
                  <a:srgbClr val="71827B"/>
                </a:solidFill>
                <a:latin typeface="Arial"/>
                <a:ea typeface="Arial"/>
                <a:cs typeface="Arial"/>
              </a:defRPr>
            </a:lvl1pPr>
            <a:lvl2pPr>
              <a:defRPr sz="1275" b="0">
                <a:solidFill>
                  <a:srgbClr val="71827B"/>
                </a:solidFill>
                <a:latin typeface="Arial"/>
                <a:ea typeface="Arial"/>
                <a:cs typeface="Arial"/>
              </a:defRPr>
            </a:lvl2pPr>
            <a:lvl3pPr>
              <a:defRPr sz="1275" b="0">
                <a:solidFill>
                  <a:srgbClr val="71827B"/>
                </a:solidFill>
                <a:latin typeface="Arial"/>
                <a:ea typeface="Arial"/>
                <a:cs typeface="Arial"/>
              </a:defRPr>
            </a:lvl3pPr>
            <a:lvl4pPr>
              <a:defRPr sz="1275" b="0">
                <a:solidFill>
                  <a:srgbClr val="71827B"/>
                </a:solidFill>
                <a:latin typeface="Arial"/>
                <a:ea typeface="Arial"/>
                <a:cs typeface="Arial"/>
              </a:defRPr>
            </a:lvl4pPr>
            <a:lvl5pPr>
              <a:defRPr sz="1275" b="0">
                <a:solidFill>
                  <a:srgbClr val="71827B"/>
                </a:solidFill>
                <a:latin typeface="Arial"/>
                <a:ea typeface="Arial"/>
                <a:cs typeface="Arial"/>
              </a:defRPr>
            </a:lvl5pPr>
            <a:lvl6pPr>
              <a:defRPr sz="1275" b="0">
                <a:solidFill>
                  <a:srgbClr val="71827B"/>
                </a:solidFill>
                <a:latin typeface="Arial"/>
                <a:ea typeface="Arial"/>
                <a:cs typeface="Arial"/>
              </a:defRPr>
            </a:lvl6pPr>
            <a:lvl7pPr>
              <a:defRPr sz="1275" b="0">
                <a:solidFill>
                  <a:srgbClr val="71827B"/>
                </a:solidFill>
                <a:latin typeface="Arial"/>
                <a:ea typeface="Arial"/>
                <a:cs typeface="Arial"/>
              </a:defRPr>
            </a:lvl7pPr>
            <a:lvl8pPr>
              <a:defRPr sz="1275" b="0">
                <a:solidFill>
                  <a:srgbClr val="71827B"/>
                </a:solidFill>
                <a:latin typeface="Arial"/>
                <a:ea typeface="Arial"/>
                <a:cs typeface="Arial"/>
              </a:defRPr>
            </a:lvl8pPr>
            <a:lvl9pPr>
              <a:defRPr sz="1275" b="0">
                <a:solidFill>
                  <a:srgbClr val="71827B"/>
                </a:solidFill>
                <a:latin typeface="Arial"/>
                <a:ea typeface="Arial"/>
                <a:cs typeface="Arial"/>
              </a:defRPr>
            </a:lvl9pPr>
          </a:lstStyle>
          <a:p xmlns:a="http://schemas.openxmlformats.org/drawingml/2006/main">
            <a:pPr>
              <a:defRPr sz="1275" b="0">
                <a:solidFill>
                  <a:srgbClr val="71827B"/>
                </a:solidFill>
                <a:latin typeface="Arial"/>
                <a:ea typeface="Arial"/>
                <a:cs typeface="Arial"/>
              </a:defRPr>
            </a:pPr>
            <a:r>
              <a:rPr sz="1275">
                <a:solidFill>
                  <a:srgbClr val="71827B"/>
                </a:solidFill>
                <a:latin typeface="Arial"/>
                <a:ea typeface="Arial"/>
                <a:cs typeface="Arial"/>
              </a:rPr>
              <a:t>30</a:t>
            </a:r>
          </a:p>
        </p:txBody>
      </p:sp>
    </p:spTree>
    <p:extLst>
      <p:ext uri="{BB962C8B-B14F-4D97-AF65-F5344CB8AC3E}">
        <p14:creationId xmlns:p14="http://schemas.microsoft.com/office/powerpoint/2010/main" val="614913664"/>
      </p:ext>
    </p:extLst>
  </p:cSld>
</p:sld>
</file>

<file path=ppt/slides/slide31.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GRUP 6 / YAPILACAKLAR">
            <a:extLst xmlns:a="http://schemas.openxmlformats.org/drawingml/2006/main">
              <a:ext uri="{FF2B5EF4-FFF2-40B4-BE49-F238E27FC236}">
                <a16:creationId xmlns:a16="http://schemas.microsoft.com/office/drawing/2014/main" id="{1499058C-AB65-47CF-BA3B-8E78F8740EC5}"/>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276A80"/>
                </a:solidFill>
                <a:latin typeface="Arial"/>
                <a:ea typeface="Arial"/>
                <a:cs typeface="Arial"/>
              </a:defRPr>
            </a:defPPr>
            <a:lvl1pPr>
              <a:buNone/>
              <a:defRPr sz="1425" b="1">
                <a:solidFill>
                  <a:srgbClr val="276A80"/>
                </a:solidFill>
                <a:latin typeface="Arial"/>
                <a:ea typeface="Arial"/>
                <a:cs typeface="Arial"/>
              </a:defRPr>
            </a:lvl1pPr>
            <a:lvl2pPr>
              <a:buNone/>
              <a:defRPr sz="1425" b="1">
                <a:solidFill>
                  <a:srgbClr val="276A80"/>
                </a:solidFill>
                <a:latin typeface="Arial"/>
                <a:ea typeface="Arial"/>
                <a:cs typeface="Arial"/>
              </a:defRPr>
            </a:lvl2pPr>
            <a:lvl3pPr>
              <a:buNone/>
              <a:defRPr sz="1425" b="1">
                <a:solidFill>
                  <a:srgbClr val="276A80"/>
                </a:solidFill>
                <a:latin typeface="Arial"/>
                <a:ea typeface="Arial"/>
                <a:cs typeface="Arial"/>
              </a:defRPr>
            </a:lvl3pPr>
            <a:lvl4pPr>
              <a:buNone/>
              <a:defRPr sz="1425" b="1">
                <a:solidFill>
                  <a:srgbClr val="276A80"/>
                </a:solidFill>
                <a:latin typeface="Arial"/>
                <a:ea typeface="Arial"/>
                <a:cs typeface="Arial"/>
              </a:defRPr>
            </a:lvl4pPr>
            <a:lvl5pPr>
              <a:buNone/>
              <a:defRPr sz="1425" b="1">
                <a:solidFill>
                  <a:srgbClr val="276A80"/>
                </a:solidFill>
                <a:latin typeface="Arial"/>
                <a:ea typeface="Arial"/>
                <a:cs typeface="Arial"/>
              </a:defRPr>
            </a:lvl5pPr>
            <a:lvl6pPr>
              <a:buNone/>
              <a:defRPr sz="1425" b="1">
                <a:solidFill>
                  <a:srgbClr val="276A80"/>
                </a:solidFill>
                <a:latin typeface="Arial"/>
                <a:ea typeface="Arial"/>
                <a:cs typeface="Arial"/>
              </a:defRPr>
            </a:lvl6pPr>
            <a:lvl7pPr>
              <a:buNone/>
              <a:defRPr sz="1425" b="1">
                <a:solidFill>
                  <a:srgbClr val="276A80"/>
                </a:solidFill>
                <a:latin typeface="Arial"/>
                <a:ea typeface="Arial"/>
                <a:cs typeface="Arial"/>
              </a:defRPr>
            </a:lvl7pPr>
            <a:lvl8pPr>
              <a:buNone/>
              <a:defRPr sz="1425" b="1">
                <a:solidFill>
                  <a:srgbClr val="276A80"/>
                </a:solidFill>
                <a:latin typeface="Arial"/>
                <a:ea typeface="Arial"/>
                <a:cs typeface="Arial"/>
              </a:defRPr>
            </a:lvl8pPr>
            <a:lvl9pPr>
              <a:buNone/>
              <a:defRPr sz="1425" b="1">
                <a:solidFill>
                  <a:srgbClr val="276A80"/>
                </a:solidFill>
                <a:latin typeface="Arial"/>
                <a:ea typeface="Arial"/>
                <a:cs typeface="Arial"/>
              </a:defRPr>
            </a:lvl9pPr>
          </a:lstStyle>
          <a:p xmlns:a="http://schemas.openxmlformats.org/drawingml/2006/main">
            <a:pPr>
              <a:buNone/>
              <a:defRPr sz="1425" b="1">
                <a:solidFill>
                  <a:srgbClr val="276A80"/>
                </a:solidFill>
                <a:latin typeface="Arial"/>
                <a:ea typeface="Arial"/>
                <a:cs typeface="Arial"/>
              </a:defRPr>
            </a:pPr>
            <a:r>
              <a:rPr sz="1425" b="1">
                <a:solidFill>
                  <a:srgbClr val="276A80"/>
                </a:solidFill>
                <a:latin typeface="Arial"/>
                <a:ea typeface="Arial"/>
                <a:cs typeface="Arial"/>
              </a:rPr>
              <a:t>GRUP 6 / YAPILACAKLAR</a:t>
            </a:r>
          </a:p>
        </p:txBody>
      </p:sp>
      <p:sp>
        <p:nvSpPr>
          <p:cNvPr id="2" name="Fragment ile liste ve ayrıntı">
            <a:extLst xmlns:a="http://schemas.openxmlformats.org/drawingml/2006/main">
              <a:ext uri="{FF2B5EF4-FFF2-40B4-BE49-F238E27FC236}">
                <a16:creationId xmlns:a16="http://schemas.microsoft.com/office/drawing/2014/main" id="{B93A4922-B75D-4C8D-80D2-9B66349892F0}"/>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Fragment ile liste ve ayrıntı</a:t>
            </a:r>
          </a:p>
        </p:txBody>
      </p:sp>
      <p:sp>
        <p:nvSpPr>
          <p:cNvPr id="3" name="20">
            <a:extLst xmlns:a="http://schemas.openxmlformats.org/drawingml/2006/main">
              <a:ext uri="{FF2B5EF4-FFF2-40B4-BE49-F238E27FC236}">
                <a16:creationId xmlns:a16="http://schemas.microsoft.com/office/drawing/2014/main" id="{774E53FA-7F9E-497F-9357-54110F34B124}"/>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31</a:t>
            </a:r>
          </a:p>
        </p:txBody>
      </p:sp>
      <p:sp>
        <p:nvSpPr>
          <p:cNvPr id="4" name="Liste ve ayrıntı, tek Activity’nin içind">
            <a:extLst xmlns:a="http://schemas.openxmlformats.org/drawingml/2006/main">
              <a:ext uri="{FF2B5EF4-FFF2-40B4-BE49-F238E27FC236}">
                <a16:creationId xmlns:a16="http://schemas.microsoft.com/office/drawing/2014/main" id="{8F3EAD3D-8B73-4991-9AC8-3DCF7505F7C6}"/>
              </a:ext>
            </a:extLst>
          </p:cNvPr>
          <p:cNvSpPr>
            <a:spLocks xmlns:a="http://schemas.openxmlformats.org/drawingml/2006/main" noGrp="1"/>
          </p:cNvSpPr>
          <p:nvPr/>
        </p:nvSpPr>
        <p:spPr>
          <a:xfrm xmlns:a="http://schemas.openxmlformats.org/drawingml/2006/main">
            <a:off x="609600" y="16478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6A80"/>
                </a:solidFill>
                <a:latin typeface="Arial"/>
                <a:ea typeface="Arial"/>
                <a:cs typeface="Arial"/>
              </a:defRPr>
            </a:defPPr>
            <a:lvl1pPr>
              <a:buNone/>
              <a:defRPr sz="2025" b="1">
                <a:solidFill>
                  <a:srgbClr val="276A80"/>
                </a:solidFill>
                <a:latin typeface="Arial"/>
                <a:ea typeface="Arial"/>
                <a:cs typeface="Arial"/>
              </a:defRPr>
            </a:lvl1pPr>
            <a:lvl2pPr>
              <a:buNone/>
              <a:defRPr sz="2025" b="1">
                <a:solidFill>
                  <a:srgbClr val="276A80"/>
                </a:solidFill>
                <a:latin typeface="Arial"/>
                <a:ea typeface="Arial"/>
                <a:cs typeface="Arial"/>
              </a:defRPr>
            </a:lvl2pPr>
            <a:lvl3pPr>
              <a:buNone/>
              <a:defRPr sz="2025" b="1">
                <a:solidFill>
                  <a:srgbClr val="276A80"/>
                </a:solidFill>
                <a:latin typeface="Arial"/>
                <a:ea typeface="Arial"/>
                <a:cs typeface="Arial"/>
              </a:defRPr>
            </a:lvl3pPr>
            <a:lvl4pPr>
              <a:buNone/>
              <a:defRPr sz="2025" b="1">
                <a:solidFill>
                  <a:srgbClr val="276A80"/>
                </a:solidFill>
                <a:latin typeface="Arial"/>
                <a:ea typeface="Arial"/>
                <a:cs typeface="Arial"/>
              </a:defRPr>
            </a:lvl4pPr>
            <a:lvl5pPr>
              <a:buNone/>
              <a:defRPr sz="2025" b="1">
                <a:solidFill>
                  <a:srgbClr val="276A80"/>
                </a:solidFill>
                <a:latin typeface="Arial"/>
                <a:ea typeface="Arial"/>
                <a:cs typeface="Arial"/>
              </a:defRPr>
            </a:lvl5pPr>
            <a:lvl6pPr>
              <a:buNone/>
              <a:defRPr sz="2025" b="1">
                <a:solidFill>
                  <a:srgbClr val="276A80"/>
                </a:solidFill>
                <a:latin typeface="Arial"/>
                <a:ea typeface="Arial"/>
                <a:cs typeface="Arial"/>
              </a:defRPr>
            </a:lvl6pPr>
            <a:lvl7pPr>
              <a:buNone/>
              <a:defRPr sz="2025" b="1">
                <a:solidFill>
                  <a:srgbClr val="276A80"/>
                </a:solidFill>
                <a:latin typeface="Arial"/>
                <a:ea typeface="Arial"/>
                <a:cs typeface="Arial"/>
              </a:defRPr>
            </a:lvl7pPr>
            <a:lvl8pPr>
              <a:buNone/>
              <a:defRPr sz="2025" b="1">
                <a:solidFill>
                  <a:srgbClr val="276A80"/>
                </a:solidFill>
                <a:latin typeface="Arial"/>
                <a:ea typeface="Arial"/>
                <a:cs typeface="Arial"/>
              </a:defRPr>
            </a:lvl8pPr>
            <a:lvl9pPr>
              <a:buNone/>
              <a:defRPr sz="2025" b="1">
                <a:solidFill>
                  <a:srgbClr val="276A80"/>
                </a:solidFill>
                <a:latin typeface="Arial"/>
                <a:ea typeface="Arial"/>
                <a:cs typeface="Arial"/>
              </a:defRPr>
            </a:lvl9pPr>
          </a:lstStyle>
          <a:p xmlns:a="http://schemas.openxmlformats.org/drawingml/2006/main">
            <a:pPr>
              <a:buNone/>
              <a:defRPr sz="2025" b="1">
                <a:solidFill>
                  <a:srgbClr val="276A80"/>
                </a:solidFill>
                <a:latin typeface="Arial"/>
                <a:ea typeface="Arial"/>
                <a:cs typeface="Arial"/>
              </a:defRPr>
            </a:pPr>
            <a:r>
              <a:rPr sz="2025" b="1">
                <a:solidFill>
                  <a:srgbClr val="276A80"/>
                </a:solidFill>
                <a:latin typeface="Arial"/>
                <a:ea typeface="Arial"/>
                <a:cs typeface="Arial"/>
              </a:rPr>
              <a:t>Liste ve ayrıntı, tek Activity’nin içinde ayrı Fragment’lar olacak.</a:t>
            </a:r>
          </a:p>
        </p:txBody>
      </p:sp>
      <p:sp>
        <p:nvSpPr>
          <p:cNvPr id="5" name="1.  Öğretmenin FragmentActivity/AppCompa">
            <a:extLst xmlns:a="http://schemas.openxmlformats.org/drawingml/2006/main">
              <a:ext uri="{FF2B5EF4-FFF2-40B4-BE49-F238E27FC236}">
                <a16:creationId xmlns:a16="http://schemas.microsoft.com/office/drawing/2014/main" id="{2103ADBA-B4E3-49C1-844B-CAFCFA77B13C}"/>
              </a:ext>
            </a:extLst>
          </p:cNvPr>
          <p:cNvSpPr>
            <a:spLocks xmlns:a="http://schemas.openxmlformats.org/drawingml/2006/main" noGrp="1"/>
          </p:cNvSpPr>
          <p:nvPr/>
        </p:nvSpPr>
        <p:spPr>
          <a:xfrm xmlns:a="http://schemas.openxmlformats.org/drawingml/2006/main">
            <a:off x="609600" y="2343150"/>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1.  Öğretmenin FragmentActivity/AppCompatActivity ve container iskeletini kullanın.</a:t>
            </a:r>
          </a:p>
        </p:txBody>
      </p:sp>
      <p:sp>
        <p:nvSpPr>
          <p:cNvPr id="6" name="2.  ListeFragment ve DetayFragment için ">
            <a:extLst xmlns:a="http://schemas.openxmlformats.org/drawingml/2006/main">
              <a:ext uri="{FF2B5EF4-FFF2-40B4-BE49-F238E27FC236}">
                <a16:creationId xmlns:a16="http://schemas.microsoft.com/office/drawing/2014/main" id="{73D74149-90CF-4FFD-A432-414827644083}"/>
              </a:ext>
            </a:extLst>
          </p:cNvPr>
          <p:cNvSpPr>
            <a:spLocks xmlns:a="http://schemas.openxmlformats.org/drawingml/2006/main" noGrp="1"/>
          </p:cNvSpPr>
          <p:nvPr/>
        </p:nvSpPr>
        <p:spPr>
          <a:xfrm xmlns:a="http://schemas.openxmlformats.org/drawingml/2006/main">
            <a:off x="609600" y="3209925"/>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2.  ListeFragment ve DetayFragment için ayrı XML ve binding oluşturun.</a:t>
            </a:r>
          </a:p>
        </p:txBody>
      </p:sp>
      <p:sp>
        <p:nvSpPr>
          <p:cNvPr id="7" name="3.  Seçilen not kimliğini ortak Activity">
            <a:extLst xmlns:a="http://schemas.openxmlformats.org/drawingml/2006/main">
              <a:ext uri="{FF2B5EF4-FFF2-40B4-BE49-F238E27FC236}">
                <a16:creationId xmlns:a16="http://schemas.microsoft.com/office/drawing/2014/main" id="{BD18A87B-302D-4748-B41D-A96EC75E0729}"/>
              </a:ext>
            </a:extLst>
          </p:cNvPr>
          <p:cNvSpPr>
            <a:spLocks xmlns:a="http://schemas.openxmlformats.org/drawingml/2006/main" noGrp="1"/>
          </p:cNvSpPr>
          <p:nvPr/>
        </p:nvSpPr>
        <p:spPr>
          <a:xfrm xmlns:a="http://schemas.openxmlformats.org/drawingml/2006/main">
            <a:off x="609600" y="4076700"/>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3.  Seçilen not kimliğini ortak Activity kapsamlı ViewModel’de tutun.</a:t>
            </a:r>
          </a:p>
        </p:txBody>
      </p:sp>
      <p:sp>
        <p:nvSpPr>
          <p:cNvPr id="8" name="4.  Geçişi geri yığınıyla yönetin. Bindi">
            <a:extLst xmlns:a="http://schemas.openxmlformats.org/drawingml/2006/main">
              <a:ext uri="{FF2B5EF4-FFF2-40B4-BE49-F238E27FC236}">
                <a16:creationId xmlns:a16="http://schemas.microsoft.com/office/drawing/2014/main" id="{87A97E0E-71FF-4170-8D23-EEF04CD36343}"/>
              </a:ext>
            </a:extLst>
          </p:cNvPr>
          <p:cNvSpPr>
            <a:spLocks xmlns:a="http://schemas.openxmlformats.org/drawingml/2006/main" noGrp="1"/>
          </p:cNvSpPr>
          <p:nvPr/>
        </p:nvSpPr>
        <p:spPr>
          <a:xfrm xmlns:a="http://schemas.openxmlformats.org/drawingml/2006/main">
            <a:off x="609600" y="4943475"/>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4.  Geçişi geri yığınıyla yönetin. Binding referansını onDestroyView içinde bırakın.</a:t>
            </a:r>
          </a:p>
        </p:txBody>
      </p:sp>
    </p:spTree>
    <p:extLst>
      <p:ext uri="{BB962C8B-B14F-4D97-AF65-F5344CB8AC3E}">
        <p14:creationId xmlns:p14="http://schemas.microsoft.com/office/powerpoint/2010/main" val="1890592399"/>
      </p:ext>
    </p:extLst>
  </p:cSld>
</p:sld>
</file>

<file path=ppt/slides/slide3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GRUP 6 / HEDEF EKRAN TASLAĞI">
            <a:extLst xmlns:a="http://schemas.openxmlformats.org/drawingml/2006/main">
              <a:ext uri="{FF2B5EF4-FFF2-40B4-BE49-F238E27FC236}">
                <a16:creationId xmlns:a16="http://schemas.microsoft.com/office/drawing/2014/main" id="{C22A79FF-F490-4313-B55B-B3FF9DEDBE46}"/>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276A80"/>
                </a:solidFill>
                <a:latin typeface="Arial"/>
                <a:ea typeface="Arial"/>
                <a:cs typeface="Arial"/>
              </a:defRPr>
            </a:defPPr>
            <a:lvl1pPr>
              <a:buNone/>
              <a:defRPr sz="1425" b="1">
                <a:solidFill>
                  <a:srgbClr val="276A80"/>
                </a:solidFill>
                <a:latin typeface="Arial"/>
                <a:ea typeface="Arial"/>
                <a:cs typeface="Arial"/>
              </a:defRPr>
            </a:lvl1pPr>
            <a:lvl2pPr>
              <a:buNone/>
              <a:defRPr sz="1425" b="1">
                <a:solidFill>
                  <a:srgbClr val="276A80"/>
                </a:solidFill>
                <a:latin typeface="Arial"/>
                <a:ea typeface="Arial"/>
                <a:cs typeface="Arial"/>
              </a:defRPr>
            </a:lvl2pPr>
            <a:lvl3pPr>
              <a:buNone/>
              <a:defRPr sz="1425" b="1">
                <a:solidFill>
                  <a:srgbClr val="276A80"/>
                </a:solidFill>
                <a:latin typeface="Arial"/>
                <a:ea typeface="Arial"/>
                <a:cs typeface="Arial"/>
              </a:defRPr>
            </a:lvl3pPr>
            <a:lvl4pPr>
              <a:buNone/>
              <a:defRPr sz="1425" b="1">
                <a:solidFill>
                  <a:srgbClr val="276A80"/>
                </a:solidFill>
                <a:latin typeface="Arial"/>
                <a:ea typeface="Arial"/>
                <a:cs typeface="Arial"/>
              </a:defRPr>
            </a:lvl4pPr>
            <a:lvl5pPr>
              <a:buNone/>
              <a:defRPr sz="1425" b="1">
                <a:solidFill>
                  <a:srgbClr val="276A80"/>
                </a:solidFill>
                <a:latin typeface="Arial"/>
                <a:ea typeface="Arial"/>
                <a:cs typeface="Arial"/>
              </a:defRPr>
            </a:lvl5pPr>
            <a:lvl6pPr>
              <a:buNone/>
              <a:defRPr sz="1425" b="1">
                <a:solidFill>
                  <a:srgbClr val="276A80"/>
                </a:solidFill>
                <a:latin typeface="Arial"/>
                <a:ea typeface="Arial"/>
                <a:cs typeface="Arial"/>
              </a:defRPr>
            </a:lvl6pPr>
            <a:lvl7pPr>
              <a:buNone/>
              <a:defRPr sz="1425" b="1">
                <a:solidFill>
                  <a:srgbClr val="276A80"/>
                </a:solidFill>
                <a:latin typeface="Arial"/>
                <a:ea typeface="Arial"/>
                <a:cs typeface="Arial"/>
              </a:defRPr>
            </a:lvl7pPr>
            <a:lvl8pPr>
              <a:buNone/>
              <a:defRPr sz="1425" b="1">
                <a:solidFill>
                  <a:srgbClr val="276A80"/>
                </a:solidFill>
                <a:latin typeface="Arial"/>
                <a:ea typeface="Arial"/>
                <a:cs typeface="Arial"/>
              </a:defRPr>
            </a:lvl8pPr>
            <a:lvl9pPr>
              <a:buNone/>
              <a:defRPr sz="1425" b="1">
                <a:solidFill>
                  <a:srgbClr val="276A80"/>
                </a:solidFill>
                <a:latin typeface="Arial"/>
                <a:ea typeface="Arial"/>
                <a:cs typeface="Arial"/>
              </a:defRPr>
            </a:lvl9pPr>
          </a:lstStyle>
          <a:p xmlns:a="http://schemas.openxmlformats.org/drawingml/2006/main">
            <a:pPr>
              <a:buNone/>
              <a:defRPr sz="1425" b="1">
                <a:solidFill>
                  <a:srgbClr val="276A80"/>
                </a:solidFill>
                <a:latin typeface="Arial"/>
                <a:ea typeface="Arial"/>
                <a:cs typeface="Arial"/>
              </a:defRPr>
            </a:pPr>
            <a:r>
              <a:rPr sz="1425" b="1">
                <a:solidFill>
                  <a:srgbClr val="276A80"/>
                </a:solidFill>
                <a:latin typeface="Arial"/>
                <a:ea typeface="Arial"/>
                <a:cs typeface="Arial"/>
              </a:rPr>
              <a:t>GRUP 6 / HEDEF EKRAN TASLAĞI</a:t>
            </a:r>
          </a:p>
        </p:txBody>
      </p:sp>
      <p:sp>
        <p:nvSpPr>
          <p:cNvPr id="2" name="Fragment ile liste ve ayrıntı görünümü">
            <a:extLst xmlns:a="http://schemas.openxmlformats.org/drawingml/2006/main">
              <a:ext uri="{FF2B5EF4-FFF2-40B4-BE49-F238E27FC236}">
                <a16:creationId xmlns:a16="http://schemas.microsoft.com/office/drawing/2014/main" id="{618A47B0-4643-4D58-AAF2-D7B1C4D8B379}"/>
              </a:ext>
            </a:extLst>
          </p:cNvPr>
          <p:cNvSpPr>
            <a:spLocks xmlns:a="http://schemas.openxmlformats.org/drawingml/2006/main" noGrp="1"/>
          </p:cNvSpPr>
          <p:nvPr/>
        </p:nvSpPr>
        <p:spPr>
          <a:xfrm xmlns:a="http://schemas.openxmlformats.org/drawingml/2006/main">
            <a:off x="609600" y="781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Fragment ile liste ve ayrıntı görünümü</a:t>
            </a:r>
          </a:p>
        </p:txBody>
      </p:sp>
      <p:sp>
        <p:nvSpPr>
          <p:cNvPr id="3" name="ListeFragment">
            <a:extLst xmlns:a="http://schemas.openxmlformats.org/drawingml/2006/main">
              <a:ext uri="{FF2B5EF4-FFF2-40B4-BE49-F238E27FC236}">
                <a16:creationId xmlns:a16="http://schemas.microsoft.com/office/drawing/2014/main" id="{743B480E-E276-43A5-A8E5-F782C443F390}"/>
              </a:ext>
            </a:extLst>
          </p:cNvPr>
          <p:cNvSpPr>
            <a:spLocks xmlns:a="http://schemas.openxmlformats.org/drawingml/2006/main" noGrp="1"/>
          </p:cNvSpPr>
          <p:nvPr/>
        </p:nvSpPr>
        <p:spPr>
          <a:xfrm xmlns:a="http://schemas.openxmlformats.org/drawingml/2006/main">
            <a:off x="609600" y="16954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76A80"/>
                </a:solidFill>
                <a:latin typeface="Arial"/>
                <a:ea typeface="Arial"/>
                <a:cs typeface="Arial"/>
              </a:defRPr>
            </a:defPPr>
            <a:lvl1pPr>
              <a:buNone/>
              <a:defRPr sz="2100" b="1">
                <a:solidFill>
                  <a:srgbClr val="276A80"/>
                </a:solidFill>
                <a:latin typeface="Arial"/>
                <a:ea typeface="Arial"/>
                <a:cs typeface="Arial"/>
              </a:defRPr>
            </a:lvl1pPr>
            <a:lvl2pPr>
              <a:buNone/>
              <a:defRPr sz="2100" b="1">
                <a:solidFill>
                  <a:srgbClr val="276A80"/>
                </a:solidFill>
                <a:latin typeface="Arial"/>
                <a:ea typeface="Arial"/>
                <a:cs typeface="Arial"/>
              </a:defRPr>
            </a:lvl2pPr>
            <a:lvl3pPr>
              <a:buNone/>
              <a:defRPr sz="2100" b="1">
                <a:solidFill>
                  <a:srgbClr val="276A80"/>
                </a:solidFill>
                <a:latin typeface="Arial"/>
                <a:ea typeface="Arial"/>
                <a:cs typeface="Arial"/>
              </a:defRPr>
            </a:lvl3pPr>
            <a:lvl4pPr>
              <a:buNone/>
              <a:defRPr sz="2100" b="1">
                <a:solidFill>
                  <a:srgbClr val="276A80"/>
                </a:solidFill>
                <a:latin typeface="Arial"/>
                <a:ea typeface="Arial"/>
                <a:cs typeface="Arial"/>
              </a:defRPr>
            </a:lvl4pPr>
            <a:lvl5pPr>
              <a:buNone/>
              <a:defRPr sz="2100" b="1">
                <a:solidFill>
                  <a:srgbClr val="276A80"/>
                </a:solidFill>
                <a:latin typeface="Arial"/>
                <a:ea typeface="Arial"/>
                <a:cs typeface="Arial"/>
              </a:defRPr>
            </a:lvl5pPr>
            <a:lvl6pPr>
              <a:buNone/>
              <a:defRPr sz="2100" b="1">
                <a:solidFill>
                  <a:srgbClr val="276A80"/>
                </a:solidFill>
                <a:latin typeface="Arial"/>
                <a:ea typeface="Arial"/>
                <a:cs typeface="Arial"/>
              </a:defRPr>
            </a:lvl6pPr>
            <a:lvl7pPr>
              <a:buNone/>
              <a:defRPr sz="2100" b="1">
                <a:solidFill>
                  <a:srgbClr val="276A80"/>
                </a:solidFill>
                <a:latin typeface="Arial"/>
                <a:ea typeface="Arial"/>
                <a:cs typeface="Arial"/>
              </a:defRPr>
            </a:lvl7pPr>
            <a:lvl8pPr>
              <a:buNone/>
              <a:defRPr sz="2100" b="1">
                <a:solidFill>
                  <a:srgbClr val="276A80"/>
                </a:solidFill>
                <a:latin typeface="Arial"/>
                <a:ea typeface="Arial"/>
                <a:cs typeface="Arial"/>
              </a:defRPr>
            </a:lvl8pPr>
            <a:lvl9pPr>
              <a:buNone/>
              <a:defRPr sz="2100" b="1">
                <a:solidFill>
                  <a:srgbClr val="276A80"/>
                </a:solidFill>
                <a:latin typeface="Arial"/>
                <a:ea typeface="Arial"/>
                <a:cs typeface="Arial"/>
              </a:defRPr>
            </a:lvl9pPr>
          </a:lstStyle>
          <a:p xmlns:a="http://schemas.openxmlformats.org/drawingml/2006/main">
            <a:pPr>
              <a:buNone/>
              <a:defRPr sz="2100" b="1">
                <a:solidFill>
                  <a:srgbClr val="276A80"/>
                </a:solidFill>
                <a:latin typeface="Arial"/>
                <a:ea typeface="Arial"/>
                <a:cs typeface="Arial"/>
              </a:defRPr>
            </a:pPr>
            <a:r>
              <a:rPr sz="2100" b="1">
                <a:solidFill>
                  <a:srgbClr val="276A80"/>
                </a:solidFill>
                <a:latin typeface="Arial"/>
                <a:ea typeface="Arial"/>
                <a:cs typeface="Arial"/>
              </a:rPr>
              <a:t>ListeFragment</a:t>
            </a:r>
          </a:p>
        </p:txBody>
      </p:sp>
      <p:sp>
        <p:nvSpPr>
          <p:cNvPr id="4" name="DetayFragment">
            <a:extLst xmlns:a="http://schemas.openxmlformats.org/drawingml/2006/main">
              <a:ext uri="{FF2B5EF4-FFF2-40B4-BE49-F238E27FC236}">
                <a16:creationId xmlns:a16="http://schemas.microsoft.com/office/drawing/2014/main" id="{D2F7456C-55BB-4BB4-9817-B8C12D194EB1}"/>
              </a:ext>
            </a:extLst>
          </p:cNvPr>
          <p:cNvSpPr>
            <a:spLocks xmlns:a="http://schemas.openxmlformats.org/drawingml/2006/main" noGrp="1"/>
          </p:cNvSpPr>
          <p:nvPr/>
        </p:nvSpPr>
        <p:spPr>
          <a:xfrm xmlns:a="http://schemas.openxmlformats.org/drawingml/2006/main">
            <a:off x="4419600" y="16954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76A80"/>
                </a:solidFill>
                <a:latin typeface="Arial"/>
                <a:ea typeface="Arial"/>
                <a:cs typeface="Arial"/>
              </a:defRPr>
            </a:defPPr>
            <a:lvl1pPr>
              <a:buNone/>
              <a:defRPr sz="2100" b="1">
                <a:solidFill>
                  <a:srgbClr val="276A80"/>
                </a:solidFill>
                <a:latin typeface="Arial"/>
                <a:ea typeface="Arial"/>
                <a:cs typeface="Arial"/>
              </a:defRPr>
            </a:lvl1pPr>
            <a:lvl2pPr>
              <a:buNone/>
              <a:defRPr sz="2100" b="1">
                <a:solidFill>
                  <a:srgbClr val="276A80"/>
                </a:solidFill>
                <a:latin typeface="Arial"/>
                <a:ea typeface="Arial"/>
                <a:cs typeface="Arial"/>
              </a:defRPr>
            </a:lvl2pPr>
            <a:lvl3pPr>
              <a:buNone/>
              <a:defRPr sz="2100" b="1">
                <a:solidFill>
                  <a:srgbClr val="276A80"/>
                </a:solidFill>
                <a:latin typeface="Arial"/>
                <a:ea typeface="Arial"/>
                <a:cs typeface="Arial"/>
              </a:defRPr>
            </a:lvl3pPr>
            <a:lvl4pPr>
              <a:buNone/>
              <a:defRPr sz="2100" b="1">
                <a:solidFill>
                  <a:srgbClr val="276A80"/>
                </a:solidFill>
                <a:latin typeface="Arial"/>
                <a:ea typeface="Arial"/>
                <a:cs typeface="Arial"/>
              </a:defRPr>
            </a:lvl4pPr>
            <a:lvl5pPr>
              <a:buNone/>
              <a:defRPr sz="2100" b="1">
                <a:solidFill>
                  <a:srgbClr val="276A80"/>
                </a:solidFill>
                <a:latin typeface="Arial"/>
                <a:ea typeface="Arial"/>
                <a:cs typeface="Arial"/>
              </a:defRPr>
            </a:lvl5pPr>
            <a:lvl6pPr>
              <a:buNone/>
              <a:defRPr sz="2100" b="1">
                <a:solidFill>
                  <a:srgbClr val="276A80"/>
                </a:solidFill>
                <a:latin typeface="Arial"/>
                <a:ea typeface="Arial"/>
                <a:cs typeface="Arial"/>
              </a:defRPr>
            </a:lvl6pPr>
            <a:lvl7pPr>
              <a:buNone/>
              <a:defRPr sz="2100" b="1">
                <a:solidFill>
                  <a:srgbClr val="276A80"/>
                </a:solidFill>
                <a:latin typeface="Arial"/>
                <a:ea typeface="Arial"/>
                <a:cs typeface="Arial"/>
              </a:defRPr>
            </a:lvl7pPr>
            <a:lvl8pPr>
              <a:buNone/>
              <a:defRPr sz="2100" b="1">
                <a:solidFill>
                  <a:srgbClr val="276A80"/>
                </a:solidFill>
                <a:latin typeface="Arial"/>
                <a:ea typeface="Arial"/>
                <a:cs typeface="Arial"/>
              </a:defRPr>
            </a:lvl8pPr>
            <a:lvl9pPr>
              <a:buNone/>
              <a:defRPr sz="2100" b="1">
                <a:solidFill>
                  <a:srgbClr val="276A80"/>
                </a:solidFill>
                <a:latin typeface="Arial"/>
                <a:ea typeface="Arial"/>
                <a:cs typeface="Arial"/>
              </a:defRPr>
            </a:lvl9pPr>
          </a:lstStyle>
          <a:p xmlns:a="http://schemas.openxmlformats.org/drawingml/2006/main">
            <a:pPr>
              <a:buNone/>
              <a:defRPr sz="2100" b="1">
                <a:solidFill>
                  <a:srgbClr val="276A80"/>
                </a:solidFill>
                <a:latin typeface="Arial"/>
                <a:ea typeface="Arial"/>
                <a:cs typeface="Arial"/>
              </a:defRPr>
            </a:pPr>
            <a:r>
              <a:rPr sz="2100" b="1">
                <a:solidFill>
                  <a:srgbClr val="276A80"/>
                </a:solidFill>
                <a:latin typeface="Arial"/>
                <a:ea typeface="Arial"/>
                <a:cs typeface="Arial"/>
              </a:rPr>
              <a:t>DetayFragment</a:t>
            </a:r>
          </a:p>
        </p:txBody>
      </p:sp>
      <p:pic>
        <p:nvPicPr>
          <p:cNvPr id="5" name="">
            <a:extLst xmlns:a="http://schemas.openxmlformats.org/drawingml/2006/main">
              <a:ext uri="{FF2B5EF4-FFF2-40B4-BE49-F238E27FC236}">
                <a16:creationId xmlns:a16="http://schemas.microsoft.com/office/drawing/2014/main" id="{1E4D6C2E-3C4E-4B76-B924-39E304225406}"/>
              </a:ext>
            </a:extLst>
          </p:cNvPr>
          <p:cNvPicPr>
            <a:picLocks xmlns:a="http://schemas.openxmlformats.org/drawingml/2006/main" noChangeAspect="1"/>
          </p:cNvPicPr>
          <p:nvPr/>
        </p:nvPicPr>
        <p:blipFill>
          <a:blip xmlns:r="http://schemas.openxmlformats.org/officeDocument/2006/relationships" xmlns:a="http://schemas.openxmlformats.org/drawingml/2006/main" r:embed="R59338be7e1b243e4"/>
          <a:srcRect xmlns:a="http://schemas.openxmlformats.org/drawingml/2006/main" l="0" t="0" r="0" b="35000"/>
          <a:stretch xmlns:a="http://schemas.openxmlformats.org/drawingml/2006/main"/>
        </p:blipFill>
        <p:spPr>
          <a:xfrm xmlns:a="http://schemas.openxmlformats.org/drawingml/2006/main">
            <a:off x="1007086" y="2190750"/>
            <a:ext cx="2538779" cy="366712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C14D9404-8216-47EC-AC78-B669B5EE369E}"/>
              </a:ext>
            </a:extLst>
          </p:cNvPr>
          <p:cNvPicPr>
            <a:picLocks xmlns:a="http://schemas.openxmlformats.org/drawingml/2006/main" noChangeAspect="1"/>
          </p:cNvPicPr>
          <p:nvPr/>
        </p:nvPicPr>
        <p:blipFill>
          <a:blip xmlns:r="http://schemas.openxmlformats.org/officeDocument/2006/relationships" xmlns:a="http://schemas.openxmlformats.org/drawingml/2006/main" r:embed="R7e7a2f20b0144efa"/>
          <a:srcRect xmlns:a="http://schemas.openxmlformats.org/drawingml/2006/main" l="0" t="0" r="0" b="50000"/>
          <a:stretch xmlns:a="http://schemas.openxmlformats.org/drawingml/2006/main"/>
        </p:blipFill>
        <p:spPr>
          <a:xfrm xmlns:a="http://schemas.openxmlformats.org/drawingml/2006/main">
            <a:off x="4436269" y="2190750"/>
            <a:ext cx="3300413" cy="3667125"/>
          </a:xfrm>
          <a:prstGeom xmlns:a="http://schemas.openxmlformats.org/drawingml/2006/main" prst="rect">
            <a:avLst/>
          </a:prstGeom>
        </p:spPr>
      </p:pic>
      <p:sp>
        <p:nvSpPr>
          <p:cNvPr id="7" name="Liste ve ayrıntı aynı Activity içinde iki Fra">
            <a:extLst xmlns:a="http://schemas.openxmlformats.org/drawingml/2006/main">
              <a:ext uri="{FF2B5EF4-FFF2-40B4-BE49-F238E27FC236}">
                <a16:creationId xmlns:a16="http://schemas.microsoft.com/office/drawing/2014/main" id="{A0DF7254-CEBC-4BF2-A12B-D0054D19DD01}"/>
              </a:ext>
            </a:extLst>
          </p:cNvPr>
          <p:cNvSpPr>
            <a:spLocks xmlns:a="http://schemas.openxmlformats.org/drawingml/2006/main" noGrp="1"/>
          </p:cNvSpPr>
          <p:nvPr/>
        </p:nvSpPr>
        <p:spPr>
          <a:xfrm xmlns:a="http://schemas.openxmlformats.org/drawingml/2006/main">
            <a:off x="8515350" y="2352675"/>
            <a:ext cx="304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Liste ve ayrıntı aynı Activity içinde iki Fragment olarak tasarlanır.</a:t>
            </a:r>
          </a:p>
        </p:txBody>
      </p:sp>
      <p:sp>
        <p:nvSpPr>
          <p:cNvPr id="8" name="Geri dönüşte liste ve seçilen not korunur.">
            <a:extLst xmlns:a="http://schemas.openxmlformats.org/drawingml/2006/main">
              <a:ext uri="{FF2B5EF4-FFF2-40B4-BE49-F238E27FC236}">
                <a16:creationId xmlns:a16="http://schemas.microsoft.com/office/drawing/2014/main" id="{15CE5260-C570-4D07-8F2F-1F6C58B30EFF}"/>
              </a:ext>
            </a:extLst>
          </p:cNvPr>
          <p:cNvSpPr>
            <a:spLocks xmlns:a="http://schemas.openxmlformats.org/drawingml/2006/main" noGrp="1"/>
          </p:cNvSpPr>
          <p:nvPr/>
        </p:nvSpPr>
        <p:spPr>
          <a:xfrm xmlns:a="http://schemas.openxmlformats.org/drawingml/2006/main">
            <a:off x="8515350" y="4333875"/>
            <a:ext cx="304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Geri dönüşte liste ve seçilen not korunur.</a:t>
            </a:r>
          </a:p>
        </p:txBody>
      </p:sp>
      <p:sp>
        <p:nvSpPr>
          <p:cNvPr id="9" name="Arayüz prototipi. Hedef davranış, grup görevi">
            <a:extLst xmlns:a="http://schemas.openxmlformats.org/drawingml/2006/main">
              <a:ext uri="{FF2B5EF4-FFF2-40B4-BE49-F238E27FC236}">
                <a16:creationId xmlns:a16="http://schemas.microsoft.com/office/drawing/2014/main" id="{6BBAB242-A41E-427D-A32A-51E37A4B76E1}"/>
              </a:ext>
            </a:extLst>
          </p:cNvPr>
          <p:cNvSpPr>
            <a:spLocks xmlns:a="http://schemas.openxmlformats.org/drawingml/2006/main" noGrp="1"/>
          </p:cNvSpPr>
          <p:nvPr/>
        </p:nvSpPr>
        <p:spPr>
          <a:xfrm xmlns:a="http://schemas.openxmlformats.org/drawingml/2006/main">
            <a:off x="609600" y="627697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67A71"/>
                </a:solidFill>
                <a:latin typeface="Arial"/>
                <a:ea typeface="Arial"/>
                <a:cs typeface="Arial"/>
              </a:defRPr>
            </a:defPPr>
            <a:lvl1pPr>
              <a:buNone/>
              <a:defRPr sz="1725" b="0">
                <a:solidFill>
                  <a:srgbClr val="667A71"/>
                </a:solidFill>
                <a:latin typeface="Arial"/>
                <a:ea typeface="Arial"/>
                <a:cs typeface="Arial"/>
              </a:defRPr>
            </a:lvl1pPr>
            <a:lvl2pPr>
              <a:buNone/>
              <a:defRPr sz="1725" b="0">
                <a:solidFill>
                  <a:srgbClr val="667A71"/>
                </a:solidFill>
                <a:latin typeface="Arial"/>
                <a:ea typeface="Arial"/>
                <a:cs typeface="Arial"/>
              </a:defRPr>
            </a:lvl2pPr>
            <a:lvl3pPr>
              <a:buNone/>
              <a:defRPr sz="1725" b="0">
                <a:solidFill>
                  <a:srgbClr val="667A71"/>
                </a:solidFill>
                <a:latin typeface="Arial"/>
                <a:ea typeface="Arial"/>
                <a:cs typeface="Arial"/>
              </a:defRPr>
            </a:lvl3pPr>
            <a:lvl4pPr>
              <a:buNone/>
              <a:defRPr sz="1725" b="0">
                <a:solidFill>
                  <a:srgbClr val="667A71"/>
                </a:solidFill>
                <a:latin typeface="Arial"/>
                <a:ea typeface="Arial"/>
                <a:cs typeface="Arial"/>
              </a:defRPr>
            </a:lvl4pPr>
            <a:lvl5pPr>
              <a:buNone/>
              <a:defRPr sz="1725" b="0">
                <a:solidFill>
                  <a:srgbClr val="667A71"/>
                </a:solidFill>
                <a:latin typeface="Arial"/>
                <a:ea typeface="Arial"/>
                <a:cs typeface="Arial"/>
              </a:defRPr>
            </a:lvl5pPr>
            <a:lvl6pPr>
              <a:buNone/>
              <a:defRPr sz="1725" b="0">
                <a:solidFill>
                  <a:srgbClr val="667A71"/>
                </a:solidFill>
                <a:latin typeface="Arial"/>
                <a:ea typeface="Arial"/>
                <a:cs typeface="Arial"/>
              </a:defRPr>
            </a:lvl6pPr>
            <a:lvl7pPr>
              <a:buNone/>
              <a:defRPr sz="1725" b="0">
                <a:solidFill>
                  <a:srgbClr val="667A71"/>
                </a:solidFill>
                <a:latin typeface="Arial"/>
                <a:ea typeface="Arial"/>
                <a:cs typeface="Arial"/>
              </a:defRPr>
            </a:lvl7pPr>
            <a:lvl8pPr>
              <a:buNone/>
              <a:defRPr sz="1725" b="0">
                <a:solidFill>
                  <a:srgbClr val="667A71"/>
                </a:solidFill>
                <a:latin typeface="Arial"/>
                <a:ea typeface="Arial"/>
                <a:cs typeface="Arial"/>
              </a:defRPr>
            </a:lvl8pPr>
            <a:lvl9pPr>
              <a:buNone/>
              <a:defRPr sz="1725" b="0">
                <a:solidFill>
                  <a:srgbClr val="667A71"/>
                </a:solidFill>
                <a:latin typeface="Arial"/>
                <a:ea typeface="Arial"/>
                <a:cs typeface="Arial"/>
              </a:defRPr>
            </a:lvl9pPr>
          </a:lstStyle>
          <a:p xmlns:a="http://schemas.openxmlformats.org/drawingml/2006/main">
            <a:pPr>
              <a:buNone/>
              <a:defRPr sz="1725" b="0">
                <a:solidFill>
                  <a:srgbClr val="667A71"/>
                </a:solidFill>
                <a:latin typeface="Arial"/>
                <a:ea typeface="Arial"/>
                <a:cs typeface="Arial"/>
              </a:defRPr>
            </a:pPr>
            <a:r>
              <a:rPr sz="1725" b="0">
                <a:solidFill>
                  <a:srgbClr val="667A71"/>
                </a:solidFill>
                <a:latin typeface="Arial"/>
                <a:ea typeface="Arial"/>
                <a:cs typeface="Arial"/>
              </a:rPr>
              <a:t>Arayüz prototipi. Hedef davranış, grup görevi sırasında kodlanacak.</a:t>
            </a:r>
          </a:p>
        </p:txBody>
      </p:sp>
      <p:sp>
        <p:nvSpPr>
          <p:cNvPr id="10" name="">
            <a:extLst xmlns:a="http://schemas.openxmlformats.org/drawingml/2006/main">
              <a:ext uri="{FF2B5EF4-FFF2-40B4-BE49-F238E27FC236}">
                <a16:creationId xmlns:a16="http://schemas.microsoft.com/office/drawing/2014/main" id="{EE63427E-C5AD-4687-85CA-0B548EC3A225}"/>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a:solidFill>
                  <a:srgbClr val="71827B"/>
                </a:solidFill>
                <a:latin typeface="Arial"/>
                <a:ea typeface="Arial"/>
                <a:cs typeface="Arial"/>
              </a:rPr>
              <a:t>32</a:t>
            </a:r>
          </a:p>
        </p:txBody>
      </p:sp>
    </p:spTree>
    <p:extLst>
      <p:ext uri="{BB962C8B-B14F-4D97-AF65-F5344CB8AC3E}">
        <p14:creationId xmlns:p14="http://schemas.microsoft.com/office/powerpoint/2010/main" val="1000507340"/>
      </p:ext>
    </p:extLst>
  </p:cSld>
</p:sld>
</file>

<file path=ppt/slides/slide3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GRUP 6 / FRAGMENT İLE LİSTE VE AYRINTI">
            <a:extLst xmlns:a="http://schemas.openxmlformats.org/drawingml/2006/main">
              <a:ext uri="{FF2B5EF4-FFF2-40B4-BE49-F238E27FC236}">
                <a16:creationId xmlns:a16="http://schemas.microsoft.com/office/drawing/2014/main" id="{5C6ADC22-391E-4A4C-8665-F70BB8105689}"/>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276A80"/>
                </a:solidFill>
                <a:latin typeface="Arial"/>
                <a:ea typeface="Arial"/>
                <a:cs typeface="Arial"/>
              </a:defRPr>
            </a:defPPr>
            <a:lvl1pPr>
              <a:buNone/>
              <a:defRPr sz="1425" b="1">
                <a:solidFill>
                  <a:srgbClr val="276A80"/>
                </a:solidFill>
                <a:latin typeface="Arial"/>
                <a:ea typeface="Arial"/>
                <a:cs typeface="Arial"/>
              </a:defRPr>
            </a:lvl1pPr>
            <a:lvl2pPr>
              <a:buNone/>
              <a:defRPr sz="1425" b="1">
                <a:solidFill>
                  <a:srgbClr val="276A80"/>
                </a:solidFill>
                <a:latin typeface="Arial"/>
                <a:ea typeface="Arial"/>
                <a:cs typeface="Arial"/>
              </a:defRPr>
            </a:lvl2pPr>
            <a:lvl3pPr>
              <a:buNone/>
              <a:defRPr sz="1425" b="1">
                <a:solidFill>
                  <a:srgbClr val="276A80"/>
                </a:solidFill>
                <a:latin typeface="Arial"/>
                <a:ea typeface="Arial"/>
                <a:cs typeface="Arial"/>
              </a:defRPr>
            </a:lvl3pPr>
            <a:lvl4pPr>
              <a:buNone/>
              <a:defRPr sz="1425" b="1">
                <a:solidFill>
                  <a:srgbClr val="276A80"/>
                </a:solidFill>
                <a:latin typeface="Arial"/>
                <a:ea typeface="Arial"/>
                <a:cs typeface="Arial"/>
              </a:defRPr>
            </a:lvl4pPr>
            <a:lvl5pPr>
              <a:buNone/>
              <a:defRPr sz="1425" b="1">
                <a:solidFill>
                  <a:srgbClr val="276A80"/>
                </a:solidFill>
                <a:latin typeface="Arial"/>
                <a:ea typeface="Arial"/>
                <a:cs typeface="Arial"/>
              </a:defRPr>
            </a:lvl5pPr>
            <a:lvl6pPr>
              <a:buNone/>
              <a:defRPr sz="1425" b="1">
                <a:solidFill>
                  <a:srgbClr val="276A80"/>
                </a:solidFill>
                <a:latin typeface="Arial"/>
                <a:ea typeface="Arial"/>
                <a:cs typeface="Arial"/>
              </a:defRPr>
            </a:lvl6pPr>
            <a:lvl7pPr>
              <a:buNone/>
              <a:defRPr sz="1425" b="1">
                <a:solidFill>
                  <a:srgbClr val="276A80"/>
                </a:solidFill>
                <a:latin typeface="Arial"/>
                <a:ea typeface="Arial"/>
                <a:cs typeface="Arial"/>
              </a:defRPr>
            </a:lvl7pPr>
            <a:lvl8pPr>
              <a:buNone/>
              <a:defRPr sz="1425" b="1">
                <a:solidFill>
                  <a:srgbClr val="276A80"/>
                </a:solidFill>
                <a:latin typeface="Arial"/>
                <a:ea typeface="Arial"/>
                <a:cs typeface="Arial"/>
              </a:defRPr>
            </a:lvl8pPr>
            <a:lvl9pPr>
              <a:buNone/>
              <a:defRPr sz="1425" b="1">
                <a:solidFill>
                  <a:srgbClr val="276A80"/>
                </a:solidFill>
                <a:latin typeface="Arial"/>
                <a:ea typeface="Arial"/>
                <a:cs typeface="Arial"/>
              </a:defRPr>
            </a:lvl9pPr>
          </a:lstStyle>
          <a:p xmlns:a="http://schemas.openxmlformats.org/drawingml/2006/main">
            <a:pPr>
              <a:buNone/>
              <a:defRPr sz="1425" b="1">
                <a:solidFill>
                  <a:srgbClr val="276A80"/>
                </a:solidFill>
                <a:latin typeface="Arial"/>
                <a:ea typeface="Arial"/>
                <a:cs typeface="Arial"/>
              </a:defRPr>
            </a:pPr>
            <a:r>
              <a:rPr sz="1425" b="1">
                <a:solidFill>
                  <a:srgbClr val="276A80"/>
                </a:solidFill>
                <a:latin typeface="Arial"/>
                <a:ea typeface="Arial"/>
                <a:cs typeface="Arial"/>
              </a:rPr>
              <a:t>GRUP 6 / FRAGMENT İLE LİSTE VE AYRINTI</a:t>
            </a:r>
          </a:p>
        </p:txBody>
      </p:sp>
      <p:sp>
        <p:nvSpPr>
          <p:cNvPr id="2" name="Öğrenilecekler ve kazanımlar">
            <a:extLst xmlns:a="http://schemas.openxmlformats.org/drawingml/2006/main">
              <a:ext uri="{FF2B5EF4-FFF2-40B4-BE49-F238E27FC236}">
                <a16:creationId xmlns:a16="http://schemas.microsoft.com/office/drawing/2014/main" id="{7C8C0285-CB72-43CF-8B8E-919CAB1019C6}"/>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Öğrenilecekler ve kazanımlar</a:t>
            </a:r>
          </a:p>
        </p:txBody>
      </p:sp>
      <p:sp>
        <p:nvSpPr>
          <p:cNvPr id="3" name="21">
            <a:extLst xmlns:a="http://schemas.openxmlformats.org/drawingml/2006/main">
              <a:ext uri="{FF2B5EF4-FFF2-40B4-BE49-F238E27FC236}">
                <a16:creationId xmlns:a16="http://schemas.microsoft.com/office/drawing/2014/main" id="{6B3DA3F8-43AB-46AF-9D7B-8DFCC83FA071}"/>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33</a:t>
            </a:r>
          </a:p>
        </p:txBody>
      </p:sp>
      <p:sp>
        <p:nvSpPr>
          <p:cNvPr id="4" name="Öğrenilecek konular">
            <a:extLst xmlns:a="http://schemas.openxmlformats.org/drawingml/2006/main">
              <a:ext uri="{FF2B5EF4-FFF2-40B4-BE49-F238E27FC236}">
                <a16:creationId xmlns:a16="http://schemas.microsoft.com/office/drawing/2014/main" id="{BACE29BA-9958-4702-9FEF-BF27D2CF5A66}"/>
              </a:ext>
            </a:extLst>
          </p:cNvPr>
          <p:cNvSpPr>
            <a:spLocks xmlns:a="http://schemas.openxmlformats.org/drawingml/2006/main" noGrp="1"/>
          </p:cNvSpPr>
          <p:nvPr/>
        </p:nvSpPr>
        <p:spPr>
          <a:xfrm xmlns:a="http://schemas.openxmlformats.org/drawingml/2006/main">
            <a:off x="609600" y="179070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76A80"/>
                </a:solidFill>
                <a:latin typeface="Arial"/>
                <a:ea typeface="Arial"/>
                <a:cs typeface="Arial"/>
              </a:defRPr>
            </a:defPPr>
            <a:lvl1pPr>
              <a:buNone/>
              <a:defRPr sz="2250" b="1">
                <a:solidFill>
                  <a:srgbClr val="276A80"/>
                </a:solidFill>
                <a:latin typeface="Arial"/>
                <a:ea typeface="Arial"/>
                <a:cs typeface="Arial"/>
              </a:defRPr>
            </a:lvl1pPr>
            <a:lvl2pPr>
              <a:buNone/>
              <a:defRPr sz="2250" b="1">
                <a:solidFill>
                  <a:srgbClr val="276A80"/>
                </a:solidFill>
                <a:latin typeface="Arial"/>
                <a:ea typeface="Arial"/>
                <a:cs typeface="Arial"/>
              </a:defRPr>
            </a:lvl2pPr>
            <a:lvl3pPr>
              <a:buNone/>
              <a:defRPr sz="2250" b="1">
                <a:solidFill>
                  <a:srgbClr val="276A80"/>
                </a:solidFill>
                <a:latin typeface="Arial"/>
                <a:ea typeface="Arial"/>
                <a:cs typeface="Arial"/>
              </a:defRPr>
            </a:lvl3pPr>
            <a:lvl4pPr>
              <a:buNone/>
              <a:defRPr sz="2250" b="1">
                <a:solidFill>
                  <a:srgbClr val="276A80"/>
                </a:solidFill>
                <a:latin typeface="Arial"/>
                <a:ea typeface="Arial"/>
                <a:cs typeface="Arial"/>
              </a:defRPr>
            </a:lvl4pPr>
            <a:lvl5pPr>
              <a:buNone/>
              <a:defRPr sz="2250" b="1">
                <a:solidFill>
                  <a:srgbClr val="276A80"/>
                </a:solidFill>
                <a:latin typeface="Arial"/>
                <a:ea typeface="Arial"/>
                <a:cs typeface="Arial"/>
              </a:defRPr>
            </a:lvl5pPr>
            <a:lvl6pPr>
              <a:buNone/>
              <a:defRPr sz="2250" b="1">
                <a:solidFill>
                  <a:srgbClr val="276A80"/>
                </a:solidFill>
                <a:latin typeface="Arial"/>
                <a:ea typeface="Arial"/>
                <a:cs typeface="Arial"/>
              </a:defRPr>
            </a:lvl6pPr>
            <a:lvl7pPr>
              <a:buNone/>
              <a:defRPr sz="2250" b="1">
                <a:solidFill>
                  <a:srgbClr val="276A80"/>
                </a:solidFill>
                <a:latin typeface="Arial"/>
                <a:ea typeface="Arial"/>
                <a:cs typeface="Arial"/>
              </a:defRPr>
            </a:lvl7pPr>
            <a:lvl8pPr>
              <a:buNone/>
              <a:defRPr sz="2250" b="1">
                <a:solidFill>
                  <a:srgbClr val="276A80"/>
                </a:solidFill>
                <a:latin typeface="Arial"/>
                <a:ea typeface="Arial"/>
                <a:cs typeface="Arial"/>
              </a:defRPr>
            </a:lvl8pPr>
            <a:lvl9pPr>
              <a:buNone/>
              <a:defRPr sz="2250" b="1">
                <a:solidFill>
                  <a:srgbClr val="276A80"/>
                </a:solidFill>
                <a:latin typeface="Arial"/>
                <a:ea typeface="Arial"/>
                <a:cs typeface="Arial"/>
              </a:defRPr>
            </a:lvl9pPr>
          </a:lstStyle>
          <a:p xmlns:a="http://schemas.openxmlformats.org/drawingml/2006/main">
            <a:pPr>
              <a:buNone/>
              <a:defRPr sz="2250" b="1">
                <a:solidFill>
                  <a:srgbClr val="276A80"/>
                </a:solidFill>
                <a:latin typeface="Arial"/>
                <a:ea typeface="Arial"/>
                <a:cs typeface="Arial"/>
              </a:defRPr>
            </a:pPr>
            <a:r>
              <a:rPr sz="2250" b="1">
                <a:solidFill>
                  <a:srgbClr val="276A80"/>
                </a:solidFill>
                <a:latin typeface="Arial"/>
                <a:ea typeface="Arial"/>
                <a:cs typeface="Arial"/>
              </a:rPr>
              <a:t>Öğrenilecek konular</a:t>
            </a:r>
          </a:p>
        </p:txBody>
      </p:sp>
      <p:sp>
        <p:nvSpPr>
          <p:cNvPr id="5" name="Ölçülebilir kazanımlar">
            <a:extLst xmlns:a="http://schemas.openxmlformats.org/drawingml/2006/main">
              <a:ext uri="{FF2B5EF4-FFF2-40B4-BE49-F238E27FC236}">
                <a16:creationId xmlns:a16="http://schemas.microsoft.com/office/drawing/2014/main" id="{013172B0-FF45-4679-B2EF-E030CAE018DF}"/>
              </a:ext>
            </a:extLst>
          </p:cNvPr>
          <p:cNvSpPr>
            <a:spLocks xmlns:a="http://schemas.openxmlformats.org/drawingml/2006/main" noGrp="1"/>
          </p:cNvSpPr>
          <p:nvPr/>
        </p:nvSpPr>
        <p:spPr>
          <a:xfrm xmlns:a="http://schemas.openxmlformats.org/drawingml/2006/main">
            <a:off x="6448425" y="179070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76A80"/>
                </a:solidFill>
                <a:latin typeface="Arial"/>
                <a:ea typeface="Arial"/>
                <a:cs typeface="Arial"/>
              </a:defRPr>
            </a:defPPr>
            <a:lvl1pPr>
              <a:buNone/>
              <a:defRPr sz="2250" b="1">
                <a:solidFill>
                  <a:srgbClr val="276A80"/>
                </a:solidFill>
                <a:latin typeface="Arial"/>
                <a:ea typeface="Arial"/>
                <a:cs typeface="Arial"/>
              </a:defRPr>
            </a:lvl1pPr>
            <a:lvl2pPr>
              <a:buNone/>
              <a:defRPr sz="2250" b="1">
                <a:solidFill>
                  <a:srgbClr val="276A80"/>
                </a:solidFill>
                <a:latin typeface="Arial"/>
                <a:ea typeface="Arial"/>
                <a:cs typeface="Arial"/>
              </a:defRPr>
            </a:lvl2pPr>
            <a:lvl3pPr>
              <a:buNone/>
              <a:defRPr sz="2250" b="1">
                <a:solidFill>
                  <a:srgbClr val="276A80"/>
                </a:solidFill>
                <a:latin typeface="Arial"/>
                <a:ea typeface="Arial"/>
                <a:cs typeface="Arial"/>
              </a:defRPr>
            </a:lvl3pPr>
            <a:lvl4pPr>
              <a:buNone/>
              <a:defRPr sz="2250" b="1">
                <a:solidFill>
                  <a:srgbClr val="276A80"/>
                </a:solidFill>
                <a:latin typeface="Arial"/>
                <a:ea typeface="Arial"/>
                <a:cs typeface="Arial"/>
              </a:defRPr>
            </a:lvl4pPr>
            <a:lvl5pPr>
              <a:buNone/>
              <a:defRPr sz="2250" b="1">
                <a:solidFill>
                  <a:srgbClr val="276A80"/>
                </a:solidFill>
                <a:latin typeface="Arial"/>
                <a:ea typeface="Arial"/>
                <a:cs typeface="Arial"/>
              </a:defRPr>
            </a:lvl5pPr>
            <a:lvl6pPr>
              <a:buNone/>
              <a:defRPr sz="2250" b="1">
                <a:solidFill>
                  <a:srgbClr val="276A80"/>
                </a:solidFill>
                <a:latin typeface="Arial"/>
                <a:ea typeface="Arial"/>
                <a:cs typeface="Arial"/>
              </a:defRPr>
            </a:lvl6pPr>
            <a:lvl7pPr>
              <a:buNone/>
              <a:defRPr sz="2250" b="1">
                <a:solidFill>
                  <a:srgbClr val="276A80"/>
                </a:solidFill>
                <a:latin typeface="Arial"/>
                <a:ea typeface="Arial"/>
                <a:cs typeface="Arial"/>
              </a:defRPr>
            </a:lvl7pPr>
            <a:lvl8pPr>
              <a:buNone/>
              <a:defRPr sz="2250" b="1">
                <a:solidFill>
                  <a:srgbClr val="276A80"/>
                </a:solidFill>
                <a:latin typeface="Arial"/>
                <a:ea typeface="Arial"/>
                <a:cs typeface="Arial"/>
              </a:defRPr>
            </a:lvl8pPr>
            <a:lvl9pPr>
              <a:buNone/>
              <a:defRPr sz="2250" b="1">
                <a:solidFill>
                  <a:srgbClr val="276A80"/>
                </a:solidFill>
                <a:latin typeface="Arial"/>
                <a:ea typeface="Arial"/>
                <a:cs typeface="Arial"/>
              </a:defRPr>
            </a:lvl9pPr>
          </a:lstStyle>
          <a:p xmlns:a="http://schemas.openxmlformats.org/drawingml/2006/main">
            <a:pPr>
              <a:buNone/>
              <a:defRPr sz="2250" b="1">
                <a:solidFill>
                  <a:srgbClr val="276A80"/>
                </a:solidFill>
                <a:latin typeface="Arial"/>
                <a:ea typeface="Arial"/>
                <a:cs typeface="Arial"/>
              </a:defRPr>
            </a:pPr>
            <a:r>
              <a:rPr sz="2250" b="1">
                <a:solidFill>
                  <a:srgbClr val="276A80"/>
                </a:solidFill>
                <a:latin typeface="Arial"/>
                <a:ea typeface="Arial"/>
                <a:cs typeface="Arial"/>
              </a:rPr>
              <a:t>Ölçülebilir kazanımlar</a:t>
            </a:r>
          </a:p>
        </p:txBody>
      </p:sp>
      <p:sp>
        <p:nvSpPr>
          <p:cNvPr id="6" name="Activity, Fragment ve görünüm yaşam döng">
            <a:extLst xmlns:a="http://schemas.openxmlformats.org/drawingml/2006/main">
              <a:ext uri="{FF2B5EF4-FFF2-40B4-BE49-F238E27FC236}">
                <a16:creationId xmlns:a16="http://schemas.microsoft.com/office/drawing/2014/main" id="{645F798F-2B38-4FFD-995D-F7513A0E38C1}"/>
              </a:ext>
            </a:extLst>
          </p:cNvPr>
          <p:cNvSpPr>
            <a:spLocks xmlns:a="http://schemas.openxmlformats.org/drawingml/2006/main" noGrp="1"/>
          </p:cNvSpPr>
          <p:nvPr/>
        </p:nvSpPr>
        <p:spPr>
          <a:xfrm xmlns:a="http://schemas.openxmlformats.org/drawingml/2006/main">
            <a:off x="609600" y="249555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Activity, Fragment ve görünüm yaşam döngüleri</a:t>
            </a:r>
          </a:p>
        </p:txBody>
      </p:sp>
      <p:sp>
        <p:nvSpPr>
          <p:cNvPr id="7" name="FragmentManager ve geri yığını">
            <a:extLst xmlns:a="http://schemas.openxmlformats.org/drawingml/2006/main">
              <a:ext uri="{FF2B5EF4-FFF2-40B4-BE49-F238E27FC236}">
                <a16:creationId xmlns:a16="http://schemas.microsoft.com/office/drawing/2014/main" id="{7C24C4AC-B139-41C8-B9F8-D8E3865CAE5B}"/>
              </a:ext>
            </a:extLst>
          </p:cNvPr>
          <p:cNvSpPr>
            <a:spLocks xmlns:a="http://schemas.openxmlformats.org/drawingml/2006/main" noGrp="1"/>
          </p:cNvSpPr>
          <p:nvPr/>
        </p:nvSpPr>
        <p:spPr>
          <a:xfrm xmlns:a="http://schemas.openxmlformats.org/drawingml/2006/main">
            <a:off x="609600" y="3590925"/>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FragmentManager ve geri yığını</a:t>
            </a:r>
          </a:p>
        </p:txBody>
      </p:sp>
      <p:sp>
        <p:nvSpPr>
          <p:cNvPr id="8" name="Ortak ViewModel kapsamı ve binding temiz">
            <a:extLst xmlns:a="http://schemas.openxmlformats.org/drawingml/2006/main">
              <a:ext uri="{FF2B5EF4-FFF2-40B4-BE49-F238E27FC236}">
                <a16:creationId xmlns:a16="http://schemas.microsoft.com/office/drawing/2014/main" id="{291D16B9-6C0A-40D7-B96E-37247A7CD3EB}"/>
              </a:ext>
            </a:extLst>
          </p:cNvPr>
          <p:cNvSpPr>
            <a:spLocks xmlns:a="http://schemas.openxmlformats.org/drawingml/2006/main" noGrp="1"/>
          </p:cNvSpPr>
          <p:nvPr/>
        </p:nvSpPr>
        <p:spPr>
          <a:xfrm xmlns:a="http://schemas.openxmlformats.org/drawingml/2006/main">
            <a:off x="609600" y="468630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Ortak ViewModel kapsamı ve binding temizliği</a:t>
            </a:r>
          </a:p>
        </p:txBody>
      </p:sp>
      <p:sp>
        <p:nvSpPr>
          <p:cNvPr id="9" name="Öğrenci liste ve ayrıntı sorumlulukların">
            <a:extLst xmlns:a="http://schemas.openxmlformats.org/drawingml/2006/main">
              <a:ext uri="{FF2B5EF4-FFF2-40B4-BE49-F238E27FC236}">
                <a16:creationId xmlns:a16="http://schemas.microsoft.com/office/drawing/2014/main" id="{94951D19-4F86-4DDE-BB61-DC71B864E97E}"/>
              </a:ext>
            </a:extLst>
          </p:cNvPr>
          <p:cNvSpPr>
            <a:spLocks xmlns:a="http://schemas.openxmlformats.org/drawingml/2006/main" noGrp="1"/>
          </p:cNvSpPr>
          <p:nvPr/>
        </p:nvSpPr>
        <p:spPr>
          <a:xfrm xmlns:a="http://schemas.openxmlformats.org/drawingml/2006/main">
            <a:off x="6448425" y="249555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Öğrenci liste ve ayrıntı sorumluluklarını iki Fragment’a ayırır.</a:t>
            </a:r>
          </a:p>
        </p:txBody>
      </p:sp>
      <p:sp>
        <p:nvSpPr>
          <p:cNvPr id="10" name="Öğrenci aynı Activity kapsamındaki durum">
            <a:extLst xmlns:a="http://schemas.openxmlformats.org/drawingml/2006/main">
              <a:ext uri="{FF2B5EF4-FFF2-40B4-BE49-F238E27FC236}">
                <a16:creationId xmlns:a16="http://schemas.microsoft.com/office/drawing/2014/main" id="{1EEF2218-5C6C-42FE-A548-D05253418493}"/>
              </a:ext>
            </a:extLst>
          </p:cNvPr>
          <p:cNvSpPr>
            <a:spLocks xmlns:a="http://schemas.openxmlformats.org/drawingml/2006/main" noGrp="1"/>
          </p:cNvSpPr>
          <p:nvPr/>
        </p:nvSpPr>
        <p:spPr>
          <a:xfrm xmlns:a="http://schemas.openxmlformats.org/drawingml/2006/main">
            <a:off x="6448425" y="3590925"/>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Öğrenci aynı Activity kapsamındaki durumla doğru notu açar.</a:t>
            </a:r>
          </a:p>
        </p:txBody>
      </p:sp>
      <p:sp>
        <p:nvSpPr>
          <p:cNvPr id="11" name="Öğrenci görünüm yok olurken binding refe">
            <a:extLst xmlns:a="http://schemas.openxmlformats.org/drawingml/2006/main">
              <a:ext uri="{FF2B5EF4-FFF2-40B4-BE49-F238E27FC236}">
                <a16:creationId xmlns:a16="http://schemas.microsoft.com/office/drawing/2014/main" id="{61F906F1-F190-4D11-AF5C-E847D88896A1}"/>
              </a:ext>
            </a:extLst>
          </p:cNvPr>
          <p:cNvSpPr>
            <a:spLocks xmlns:a="http://schemas.openxmlformats.org/drawingml/2006/main" noGrp="1"/>
          </p:cNvSpPr>
          <p:nvPr/>
        </p:nvSpPr>
        <p:spPr>
          <a:xfrm xmlns:a="http://schemas.openxmlformats.org/drawingml/2006/main">
            <a:off x="6448425" y="4686300"/>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Öğrenci görünüm yok olurken binding referansını temizler.</a:t>
            </a:r>
          </a:p>
        </p:txBody>
      </p:sp>
    </p:spTree>
    <p:extLst>
      <p:ext uri="{BB962C8B-B14F-4D97-AF65-F5344CB8AC3E}">
        <p14:creationId xmlns:p14="http://schemas.microsoft.com/office/powerpoint/2010/main" val="1816643060"/>
      </p:ext>
    </p:extLst>
  </p:cSld>
</p:sld>
</file>

<file path=ppt/slides/slide3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GRUP 6 / FRAGMENT İLE LİSTE VE AYRINTI">
            <a:extLst xmlns:a="http://schemas.openxmlformats.org/drawingml/2006/main">
              <a:ext uri="{FF2B5EF4-FFF2-40B4-BE49-F238E27FC236}">
                <a16:creationId xmlns:a16="http://schemas.microsoft.com/office/drawing/2014/main" id="{87CC1002-14E7-4F7E-9713-9164DB0D5C4D}"/>
              </a:ext>
            </a:extLst>
          </p:cNvPr>
          <p:cNvSpPr>
            <a:spLocks xmlns:a="http://schemas.openxmlformats.org/drawingml/2006/main" noGrp="1"/>
          </p:cNvSpPr>
          <p:nvPr/>
        </p:nvSpPr>
        <p:spPr>
          <a:xfrm xmlns:a="http://schemas.openxmlformats.org/drawingml/2006/main">
            <a:off x="6096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276A80"/>
                </a:solidFill>
                <a:latin typeface="Arial"/>
                <a:ea typeface="Arial"/>
                <a:cs typeface="Arial"/>
              </a:defRPr>
            </a:defPPr>
            <a:lvl1pPr>
              <a:buNone/>
              <a:defRPr sz="1425" b="1">
                <a:solidFill>
                  <a:srgbClr val="276A80"/>
                </a:solidFill>
                <a:latin typeface="Arial"/>
                <a:ea typeface="Arial"/>
                <a:cs typeface="Arial"/>
              </a:defRPr>
            </a:lvl1pPr>
            <a:lvl2pPr>
              <a:buNone/>
              <a:defRPr sz="1425" b="1">
                <a:solidFill>
                  <a:srgbClr val="276A80"/>
                </a:solidFill>
                <a:latin typeface="Arial"/>
                <a:ea typeface="Arial"/>
                <a:cs typeface="Arial"/>
              </a:defRPr>
            </a:lvl2pPr>
            <a:lvl3pPr>
              <a:buNone/>
              <a:defRPr sz="1425" b="1">
                <a:solidFill>
                  <a:srgbClr val="276A80"/>
                </a:solidFill>
                <a:latin typeface="Arial"/>
                <a:ea typeface="Arial"/>
                <a:cs typeface="Arial"/>
              </a:defRPr>
            </a:lvl3pPr>
            <a:lvl4pPr>
              <a:buNone/>
              <a:defRPr sz="1425" b="1">
                <a:solidFill>
                  <a:srgbClr val="276A80"/>
                </a:solidFill>
                <a:latin typeface="Arial"/>
                <a:ea typeface="Arial"/>
                <a:cs typeface="Arial"/>
              </a:defRPr>
            </a:lvl4pPr>
            <a:lvl5pPr>
              <a:buNone/>
              <a:defRPr sz="1425" b="1">
                <a:solidFill>
                  <a:srgbClr val="276A80"/>
                </a:solidFill>
                <a:latin typeface="Arial"/>
                <a:ea typeface="Arial"/>
                <a:cs typeface="Arial"/>
              </a:defRPr>
            </a:lvl5pPr>
            <a:lvl6pPr>
              <a:buNone/>
              <a:defRPr sz="1425" b="1">
                <a:solidFill>
                  <a:srgbClr val="276A80"/>
                </a:solidFill>
                <a:latin typeface="Arial"/>
                <a:ea typeface="Arial"/>
                <a:cs typeface="Arial"/>
              </a:defRPr>
            </a:lvl6pPr>
            <a:lvl7pPr>
              <a:buNone/>
              <a:defRPr sz="1425" b="1">
                <a:solidFill>
                  <a:srgbClr val="276A80"/>
                </a:solidFill>
                <a:latin typeface="Arial"/>
                <a:ea typeface="Arial"/>
                <a:cs typeface="Arial"/>
              </a:defRPr>
            </a:lvl7pPr>
            <a:lvl8pPr>
              <a:buNone/>
              <a:defRPr sz="1425" b="1">
                <a:solidFill>
                  <a:srgbClr val="276A80"/>
                </a:solidFill>
                <a:latin typeface="Arial"/>
                <a:ea typeface="Arial"/>
                <a:cs typeface="Arial"/>
              </a:defRPr>
            </a:lvl8pPr>
            <a:lvl9pPr>
              <a:buNone/>
              <a:defRPr sz="1425" b="1">
                <a:solidFill>
                  <a:srgbClr val="276A80"/>
                </a:solidFill>
                <a:latin typeface="Arial"/>
                <a:ea typeface="Arial"/>
                <a:cs typeface="Arial"/>
              </a:defRPr>
            </a:lvl9pPr>
          </a:lstStyle>
          <a:p xmlns:a="http://schemas.openxmlformats.org/drawingml/2006/main">
            <a:pPr>
              <a:buNone/>
              <a:defRPr sz="1425" b="1">
                <a:solidFill>
                  <a:srgbClr val="276A80"/>
                </a:solidFill>
                <a:latin typeface="Arial"/>
                <a:ea typeface="Arial"/>
                <a:cs typeface="Arial"/>
              </a:defRPr>
            </a:pPr>
            <a:r>
              <a:rPr sz="1425" b="1">
                <a:solidFill>
                  <a:srgbClr val="276A80"/>
                </a:solidFill>
                <a:latin typeface="Arial"/>
                <a:ea typeface="Arial"/>
                <a:cs typeface="Arial"/>
              </a:rPr>
              <a:t>GRUP 6 / FRAGMENT İLE LİSTE VE AYRINTI</a:t>
            </a:r>
          </a:p>
        </p:txBody>
      </p:sp>
      <p:sp>
        <p:nvSpPr>
          <p:cNvPr id="2" name="Kabul kontrolleri ve sunum">
            <a:extLst xmlns:a="http://schemas.openxmlformats.org/drawingml/2006/main">
              <a:ext uri="{FF2B5EF4-FFF2-40B4-BE49-F238E27FC236}">
                <a16:creationId xmlns:a16="http://schemas.microsoft.com/office/drawing/2014/main" id="{B04FEEEF-CDA0-455E-8F1D-F0C6C778C72F}"/>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Kabul kontrolleri ve sunum</a:t>
            </a:r>
          </a:p>
        </p:txBody>
      </p:sp>
      <p:sp>
        <p:nvSpPr>
          <p:cNvPr id="3" name="22">
            <a:extLst xmlns:a="http://schemas.openxmlformats.org/drawingml/2006/main">
              <a:ext uri="{FF2B5EF4-FFF2-40B4-BE49-F238E27FC236}">
                <a16:creationId xmlns:a16="http://schemas.microsoft.com/office/drawing/2014/main" id="{0EC00D0F-19D5-466D-B89F-F059ECC2C43A}"/>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34</a:t>
            </a:r>
          </a:p>
        </p:txBody>
      </p:sp>
      <p:sp>
        <p:nvSpPr>
          <p:cNvPr id="4" name="1.  Bir notu açıp Geri’ye basın. Listeye">
            <a:extLst xmlns:a="http://schemas.openxmlformats.org/drawingml/2006/main">
              <a:ext uri="{FF2B5EF4-FFF2-40B4-BE49-F238E27FC236}">
                <a16:creationId xmlns:a16="http://schemas.microsoft.com/office/drawing/2014/main" id="{C68B7019-73AA-41E3-A30F-AEAF02227335}"/>
              </a:ext>
            </a:extLst>
          </p:cNvPr>
          <p:cNvSpPr>
            <a:spLocks xmlns:a="http://schemas.openxmlformats.org/drawingml/2006/main" noGrp="1"/>
          </p:cNvSpPr>
          <p:nvPr/>
        </p:nvSpPr>
        <p:spPr>
          <a:xfrm xmlns:a="http://schemas.openxmlformats.org/drawingml/2006/main">
            <a:off x="609600" y="185737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1.  Bir notu açıp Geri’ye basın. Listeye tek adımda dönün.</a:t>
            </a:r>
          </a:p>
        </p:txBody>
      </p:sp>
      <p:sp>
        <p:nvSpPr>
          <p:cNvPr id="5" name="2.  Ayrıntı açıkken döndürün. Aynı not g">
            <a:extLst xmlns:a="http://schemas.openxmlformats.org/drawingml/2006/main">
              <a:ext uri="{FF2B5EF4-FFF2-40B4-BE49-F238E27FC236}">
                <a16:creationId xmlns:a16="http://schemas.microsoft.com/office/drawing/2014/main" id="{6CBCD77E-0C66-41FD-A37A-8CD59734ECD7}"/>
              </a:ext>
            </a:extLst>
          </p:cNvPr>
          <p:cNvSpPr>
            <a:spLocks xmlns:a="http://schemas.openxmlformats.org/drawingml/2006/main" noGrp="1"/>
          </p:cNvSpPr>
          <p:nvPr/>
        </p:nvSpPr>
        <p:spPr>
          <a:xfrm xmlns:a="http://schemas.openxmlformats.org/drawingml/2006/main">
            <a:off x="609600" y="284797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2.  Ayrıntı açıkken döndürün. Aynı not gösterilsin ve liste korunabilsin.</a:t>
            </a:r>
          </a:p>
        </p:txBody>
      </p:sp>
      <p:sp>
        <p:nvSpPr>
          <p:cNvPr id="6" name="3.  Geçişleri tekrarlayın. Yinelenen Fra">
            <a:extLst xmlns:a="http://schemas.openxmlformats.org/drawingml/2006/main">
              <a:ext uri="{FF2B5EF4-FFF2-40B4-BE49-F238E27FC236}">
                <a16:creationId xmlns:a16="http://schemas.microsoft.com/office/drawing/2014/main" id="{44100215-698A-4048-AFBE-15B30D380FD8}"/>
              </a:ext>
            </a:extLst>
          </p:cNvPr>
          <p:cNvSpPr>
            <a:spLocks xmlns:a="http://schemas.openxmlformats.org/drawingml/2006/main" noGrp="1"/>
          </p:cNvSpPr>
          <p:nvPr/>
        </p:nvSpPr>
        <p:spPr>
          <a:xfrm xmlns:a="http://schemas.openxmlformats.org/drawingml/2006/main">
            <a:off x="609600" y="383857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C36"/>
                </a:solidFill>
                <a:latin typeface="Arial"/>
                <a:ea typeface="Arial"/>
                <a:cs typeface="Arial"/>
              </a:defRPr>
            </a:defPPr>
            <a:lvl1pPr>
              <a:buNone/>
              <a:defRPr sz="2175" b="0">
                <a:solidFill>
                  <a:srgbClr val="183C36"/>
                </a:solidFill>
                <a:latin typeface="Arial"/>
                <a:ea typeface="Arial"/>
                <a:cs typeface="Arial"/>
              </a:defRPr>
            </a:lvl1pPr>
            <a:lvl2pPr>
              <a:buNone/>
              <a:defRPr sz="2175" b="0">
                <a:solidFill>
                  <a:srgbClr val="183C36"/>
                </a:solidFill>
                <a:latin typeface="Arial"/>
                <a:ea typeface="Arial"/>
                <a:cs typeface="Arial"/>
              </a:defRPr>
            </a:lvl2pPr>
            <a:lvl3pPr>
              <a:buNone/>
              <a:defRPr sz="2175" b="0">
                <a:solidFill>
                  <a:srgbClr val="183C36"/>
                </a:solidFill>
                <a:latin typeface="Arial"/>
                <a:ea typeface="Arial"/>
                <a:cs typeface="Arial"/>
              </a:defRPr>
            </a:lvl3pPr>
            <a:lvl4pPr>
              <a:buNone/>
              <a:defRPr sz="2175" b="0">
                <a:solidFill>
                  <a:srgbClr val="183C36"/>
                </a:solidFill>
                <a:latin typeface="Arial"/>
                <a:ea typeface="Arial"/>
                <a:cs typeface="Arial"/>
              </a:defRPr>
            </a:lvl4pPr>
            <a:lvl5pPr>
              <a:buNone/>
              <a:defRPr sz="2175" b="0">
                <a:solidFill>
                  <a:srgbClr val="183C36"/>
                </a:solidFill>
                <a:latin typeface="Arial"/>
                <a:ea typeface="Arial"/>
                <a:cs typeface="Arial"/>
              </a:defRPr>
            </a:lvl5pPr>
            <a:lvl6pPr>
              <a:buNone/>
              <a:defRPr sz="2175" b="0">
                <a:solidFill>
                  <a:srgbClr val="183C36"/>
                </a:solidFill>
                <a:latin typeface="Arial"/>
                <a:ea typeface="Arial"/>
                <a:cs typeface="Arial"/>
              </a:defRPr>
            </a:lvl6pPr>
            <a:lvl7pPr>
              <a:buNone/>
              <a:defRPr sz="2175" b="0">
                <a:solidFill>
                  <a:srgbClr val="183C36"/>
                </a:solidFill>
                <a:latin typeface="Arial"/>
                <a:ea typeface="Arial"/>
                <a:cs typeface="Arial"/>
              </a:defRPr>
            </a:lvl7pPr>
            <a:lvl8pPr>
              <a:buNone/>
              <a:defRPr sz="2175" b="0">
                <a:solidFill>
                  <a:srgbClr val="183C36"/>
                </a:solidFill>
                <a:latin typeface="Arial"/>
                <a:ea typeface="Arial"/>
                <a:cs typeface="Arial"/>
              </a:defRPr>
            </a:lvl8pPr>
            <a:lvl9pPr>
              <a:buNone/>
              <a:defRPr sz="2175" b="0">
                <a:solidFill>
                  <a:srgbClr val="183C36"/>
                </a:solidFill>
                <a:latin typeface="Arial"/>
                <a:ea typeface="Arial"/>
                <a:cs typeface="Arial"/>
              </a:defRPr>
            </a:lvl9pPr>
          </a:lstStyle>
          <a:p xmlns:a="http://schemas.openxmlformats.org/drawingml/2006/main">
            <a:pPr>
              <a:buNone/>
              <a:defRPr sz="2175" b="0">
                <a:solidFill>
                  <a:srgbClr val="183C36"/>
                </a:solidFill>
                <a:latin typeface="Arial"/>
                <a:ea typeface="Arial"/>
                <a:cs typeface="Arial"/>
              </a:defRPr>
            </a:pPr>
            <a:r>
              <a:rPr sz="2175" b="0">
                <a:solidFill>
                  <a:srgbClr val="183C36"/>
                </a:solidFill>
                <a:latin typeface="Arial"/>
                <a:ea typeface="Arial"/>
                <a:cs typeface="Arial"/>
              </a:rPr>
              <a:t>3.  Geçişleri tekrarlayın. Yinelenen Fragment ve geçersiz binding erişimi oluşmasın.</a:t>
            </a:r>
          </a:p>
        </p:txBody>
      </p:sp>
      <p:sp>
        <p:nvSpPr>
          <p:cNvPr id="7" name="Sınıf demosu">
            <a:extLst xmlns:a="http://schemas.openxmlformats.org/drawingml/2006/main">
              <a:ext uri="{FF2B5EF4-FFF2-40B4-BE49-F238E27FC236}">
                <a16:creationId xmlns:a16="http://schemas.microsoft.com/office/drawing/2014/main" id="{4AC47B36-A7F0-487F-917F-BF6F88DCF94C}"/>
              </a:ext>
            </a:extLst>
          </p:cNvPr>
          <p:cNvSpPr>
            <a:spLocks xmlns:a="http://schemas.openxmlformats.org/drawingml/2006/main" noGrp="1"/>
          </p:cNvSpPr>
          <p:nvPr/>
        </p:nvSpPr>
        <p:spPr>
          <a:xfrm xmlns:a="http://schemas.openxmlformats.org/drawingml/2006/main">
            <a:off x="609600" y="51149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76A80"/>
                </a:solidFill>
                <a:latin typeface="Arial"/>
                <a:ea typeface="Arial"/>
                <a:cs typeface="Arial"/>
              </a:defRPr>
            </a:defPPr>
            <a:lvl1pPr>
              <a:buNone/>
              <a:defRPr sz="1875" b="1">
                <a:solidFill>
                  <a:srgbClr val="276A80"/>
                </a:solidFill>
                <a:latin typeface="Arial"/>
                <a:ea typeface="Arial"/>
                <a:cs typeface="Arial"/>
              </a:defRPr>
            </a:lvl1pPr>
            <a:lvl2pPr>
              <a:buNone/>
              <a:defRPr sz="1875" b="1">
                <a:solidFill>
                  <a:srgbClr val="276A80"/>
                </a:solidFill>
                <a:latin typeface="Arial"/>
                <a:ea typeface="Arial"/>
                <a:cs typeface="Arial"/>
              </a:defRPr>
            </a:lvl2pPr>
            <a:lvl3pPr>
              <a:buNone/>
              <a:defRPr sz="1875" b="1">
                <a:solidFill>
                  <a:srgbClr val="276A80"/>
                </a:solidFill>
                <a:latin typeface="Arial"/>
                <a:ea typeface="Arial"/>
                <a:cs typeface="Arial"/>
              </a:defRPr>
            </a:lvl3pPr>
            <a:lvl4pPr>
              <a:buNone/>
              <a:defRPr sz="1875" b="1">
                <a:solidFill>
                  <a:srgbClr val="276A80"/>
                </a:solidFill>
                <a:latin typeface="Arial"/>
                <a:ea typeface="Arial"/>
                <a:cs typeface="Arial"/>
              </a:defRPr>
            </a:lvl4pPr>
            <a:lvl5pPr>
              <a:buNone/>
              <a:defRPr sz="1875" b="1">
                <a:solidFill>
                  <a:srgbClr val="276A80"/>
                </a:solidFill>
                <a:latin typeface="Arial"/>
                <a:ea typeface="Arial"/>
                <a:cs typeface="Arial"/>
              </a:defRPr>
            </a:lvl5pPr>
            <a:lvl6pPr>
              <a:buNone/>
              <a:defRPr sz="1875" b="1">
                <a:solidFill>
                  <a:srgbClr val="276A80"/>
                </a:solidFill>
                <a:latin typeface="Arial"/>
                <a:ea typeface="Arial"/>
                <a:cs typeface="Arial"/>
              </a:defRPr>
            </a:lvl6pPr>
            <a:lvl7pPr>
              <a:buNone/>
              <a:defRPr sz="1875" b="1">
                <a:solidFill>
                  <a:srgbClr val="276A80"/>
                </a:solidFill>
                <a:latin typeface="Arial"/>
                <a:ea typeface="Arial"/>
                <a:cs typeface="Arial"/>
              </a:defRPr>
            </a:lvl7pPr>
            <a:lvl8pPr>
              <a:buNone/>
              <a:defRPr sz="1875" b="1">
                <a:solidFill>
                  <a:srgbClr val="276A80"/>
                </a:solidFill>
                <a:latin typeface="Arial"/>
                <a:ea typeface="Arial"/>
                <a:cs typeface="Arial"/>
              </a:defRPr>
            </a:lvl8pPr>
            <a:lvl9pPr>
              <a:buNone/>
              <a:defRPr sz="1875" b="1">
                <a:solidFill>
                  <a:srgbClr val="276A80"/>
                </a:solidFill>
                <a:latin typeface="Arial"/>
                <a:ea typeface="Arial"/>
                <a:cs typeface="Arial"/>
              </a:defRPr>
            </a:lvl9pPr>
          </a:lstStyle>
          <a:p xmlns:a="http://schemas.openxmlformats.org/drawingml/2006/main">
            <a:pPr>
              <a:buNone/>
              <a:defRPr sz="1875" b="1">
                <a:solidFill>
                  <a:srgbClr val="276A80"/>
                </a:solidFill>
                <a:latin typeface="Arial"/>
                <a:ea typeface="Arial"/>
                <a:cs typeface="Arial"/>
              </a:defRPr>
            </a:pPr>
            <a:r>
              <a:rPr sz="1875" b="1">
                <a:solidFill>
                  <a:srgbClr val="276A80"/>
                </a:solidFill>
                <a:latin typeface="Arial"/>
                <a:ea typeface="Arial"/>
                <a:cs typeface="Arial"/>
              </a:rPr>
              <a:t>Sınıf demosu</a:t>
            </a:r>
          </a:p>
        </p:txBody>
      </p:sp>
      <p:sp>
        <p:nvSpPr>
          <p:cNvPr id="8" name="Liste, ayrıntı, geri dönüş ve döndürme a">
            <a:extLst xmlns:a="http://schemas.openxmlformats.org/drawingml/2006/main">
              <a:ext uri="{FF2B5EF4-FFF2-40B4-BE49-F238E27FC236}">
                <a16:creationId xmlns:a16="http://schemas.microsoft.com/office/drawing/2014/main" id="{AF90796C-3A0A-48BB-81CF-40DAA1FB0894}"/>
              </a:ext>
            </a:extLst>
          </p:cNvPr>
          <p:cNvSpPr>
            <a:spLocks xmlns:a="http://schemas.openxmlformats.org/drawingml/2006/main" noGrp="1"/>
          </p:cNvSpPr>
          <p:nvPr/>
        </p:nvSpPr>
        <p:spPr>
          <a:xfrm xmlns:a="http://schemas.openxmlformats.org/drawingml/2006/main">
            <a:off x="609600" y="55816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C36"/>
                </a:solidFill>
                <a:latin typeface="Arial"/>
                <a:ea typeface="Arial"/>
                <a:cs typeface="Arial"/>
              </a:defRPr>
            </a:defPPr>
            <a:lvl1pPr>
              <a:buNone/>
              <a:defRPr sz="2025" b="0">
                <a:solidFill>
                  <a:srgbClr val="183C36"/>
                </a:solidFill>
                <a:latin typeface="Arial"/>
                <a:ea typeface="Arial"/>
                <a:cs typeface="Arial"/>
              </a:defRPr>
            </a:lvl1pPr>
            <a:lvl2pPr>
              <a:buNone/>
              <a:defRPr sz="2025" b="0">
                <a:solidFill>
                  <a:srgbClr val="183C36"/>
                </a:solidFill>
                <a:latin typeface="Arial"/>
                <a:ea typeface="Arial"/>
                <a:cs typeface="Arial"/>
              </a:defRPr>
            </a:lvl2pPr>
            <a:lvl3pPr>
              <a:buNone/>
              <a:defRPr sz="2025" b="0">
                <a:solidFill>
                  <a:srgbClr val="183C36"/>
                </a:solidFill>
                <a:latin typeface="Arial"/>
                <a:ea typeface="Arial"/>
                <a:cs typeface="Arial"/>
              </a:defRPr>
            </a:lvl3pPr>
            <a:lvl4pPr>
              <a:buNone/>
              <a:defRPr sz="2025" b="0">
                <a:solidFill>
                  <a:srgbClr val="183C36"/>
                </a:solidFill>
                <a:latin typeface="Arial"/>
                <a:ea typeface="Arial"/>
                <a:cs typeface="Arial"/>
              </a:defRPr>
            </a:lvl4pPr>
            <a:lvl5pPr>
              <a:buNone/>
              <a:defRPr sz="2025" b="0">
                <a:solidFill>
                  <a:srgbClr val="183C36"/>
                </a:solidFill>
                <a:latin typeface="Arial"/>
                <a:ea typeface="Arial"/>
                <a:cs typeface="Arial"/>
              </a:defRPr>
            </a:lvl5pPr>
            <a:lvl6pPr>
              <a:buNone/>
              <a:defRPr sz="2025" b="0">
                <a:solidFill>
                  <a:srgbClr val="183C36"/>
                </a:solidFill>
                <a:latin typeface="Arial"/>
                <a:ea typeface="Arial"/>
                <a:cs typeface="Arial"/>
              </a:defRPr>
            </a:lvl6pPr>
            <a:lvl7pPr>
              <a:buNone/>
              <a:defRPr sz="2025" b="0">
                <a:solidFill>
                  <a:srgbClr val="183C36"/>
                </a:solidFill>
                <a:latin typeface="Arial"/>
                <a:ea typeface="Arial"/>
                <a:cs typeface="Arial"/>
              </a:defRPr>
            </a:lvl7pPr>
            <a:lvl8pPr>
              <a:buNone/>
              <a:defRPr sz="2025" b="0">
                <a:solidFill>
                  <a:srgbClr val="183C36"/>
                </a:solidFill>
                <a:latin typeface="Arial"/>
                <a:ea typeface="Arial"/>
                <a:cs typeface="Arial"/>
              </a:defRPr>
            </a:lvl8pPr>
            <a:lvl9pPr>
              <a:buNone/>
              <a:defRPr sz="2025" b="0">
                <a:solidFill>
                  <a:srgbClr val="183C36"/>
                </a:solidFill>
                <a:latin typeface="Arial"/>
                <a:ea typeface="Arial"/>
                <a:cs typeface="Arial"/>
              </a:defRPr>
            </a:lvl9pPr>
          </a:lstStyle>
          <a:p xmlns:a="http://schemas.openxmlformats.org/drawingml/2006/main">
            <a:pPr>
              <a:buNone/>
              <a:defRPr sz="2025" b="0">
                <a:solidFill>
                  <a:srgbClr val="183C36"/>
                </a:solidFill>
                <a:latin typeface="Arial"/>
                <a:ea typeface="Arial"/>
                <a:cs typeface="Arial"/>
              </a:defRPr>
            </a:pPr>
            <a:r>
              <a:rPr sz="2025" b="0">
                <a:solidFill>
                  <a:srgbClr val="183C36"/>
                </a:solidFill>
                <a:latin typeface="Arial"/>
                <a:ea typeface="Arial"/>
                <a:cs typeface="Arial"/>
              </a:rPr>
              <a:t>Liste, ayrıntı, geri dönüş ve döndürme akışını kesintisiz gösterin.</a:t>
            </a:r>
          </a:p>
        </p:txBody>
      </p:sp>
    </p:spTree>
    <p:extLst>
      <p:ext uri="{BB962C8B-B14F-4D97-AF65-F5344CB8AC3E}">
        <p14:creationId xmlns:p14="http://schemas.microsoft.com/office/powerpoint/2010/main" val="1693028591"/>
      </p:ext>
    </p:extLst>
  </p:cSld>
</p:sld>
</file>

<file path=ppt/slides/slide3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7" name="Aşamalı birleştirme">
            <a:extLst xmlns:a="http://schemas.openxmlformats.org/drawingml/2006/main">
              <a:ext uri="{FF2B5EF4-FFF2-40B4-BE49-F238E27FC236}">
                <a16:creationId xmlns:a16="http://schemas.microsoft.com/office/drawing/2014/main" id="{41058F3D-D82F-4AAD-98A7-020FF1625178}"/>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Aşamalı birleştirme</a:t>
            </a:r>
          </a:p>
        </p:txBody>
      </p:sp>
      <p:sp>
        <p:nvSpPr>
          <p:cNvPr id="2" name="23">
            <a:extLst xmlns:a="http://schemas.openxmlformats.org/drawingml/2006/main">
              <a:ext uri="{FF2B5EF4-FFF2-40B4-BE49-F238E27FC236}">
                <a16:creationId xmlns:a16="http://schemas.microsoft.com/office/drawing/2014/main" id="{51789742-775E-4281-A1E4-1860EC6D4F8C}"/>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35</a:t>
            </a:r>
          </a:p>
        </p:txBody>
      </p:sp>
      <p:sp>
        <p:nvSpPr>
          <p:cNvPr id="3" name="1–2: Başlık, kategori ve tarih alanları ">
            <a:extLst xmlns:a="http://schemas.openxmlformats.org/drawingml/2006/main">
              <a:ext uri="{FF2B5EF4-FFF2-40B4-BE49-F238E27FC236}">
                <a16:creationId xmlns:a16="http://schemas.microsoft.com/office/drawing/2014/main" id="{51E244C6-0115-4C5A-B56D-10AB00BBDDFB}"/>
              </a:ext>
            </a:extLst>
          </p:cNvPr>
          <p:cNvSpPr>
            <a:spLocks xmlns:a="http://schemas.openxmlformats.org/drawingml/2006/main" noGrp="1"/>
          </p:cNvSpPr>
          <p:nvPr/>
        </p:nvSpPr>
        <p:spPr>
          <a:xfrm xmlns:a="http://schemas.openxmlformats.org/drawingml/2006/main">
            <a:off x="609600" y="19240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buNone/>
              <a:defRPr sz="2100" b="0">
                <a:solidFill>
                  <a:srgbClr val="183C36"/>
                </a:solidFill>
                <a:latin typeface="Arial"/>
                <a:ea typeface="Arial"/>
                <a:cs typeface="Arial"/>
              </a:defRPr>
            </a:lvl1pPr>
            <a:lvl2pPr>
              <a:buNone/>
              <a:defRPr sz="2100" b="0">
                <a:solidFill>
                  <a:srgbClr val="183C36"/>
                </a:solidFill>
                <a:latin typeface="Arial"/>
                <a:ea typeface="Arial"/>
                <a:cs typeface="Arial"/>
              </a:defRPr>
            </a:lvl2pPr>
            <a:lvl3pPr>
              <a:buNone/>
              <a:defRPr sz="2100" b="0">
                <a:solidFill>
                  <a:srgbClr val="183C36"/>
                </a:solidFill>
                <a:latin typeface="Arial"/>
                <a:ea typeface="Arial"/>
                <a:cs typeface="Arial"/>
              </a:defRPr>
            </a:lvl3pPr>
            <a:lvl4pPr>
              <a:buNone/>
              <a:defRPr sz="2100" b="0">
                <a:solidFill>
                  <a:srgbClr val="183C36"/>
                </a:solidFill>
                <a:latin typeface="Arial"/>
                <a:ea typeface="Arial"/>
                <a:cs typeface="Arial"/>
              </a:defRPr>
            </a:lvl4pPr>
            <a:lvl5pPr>
              <a:buNone/>
              <a:defRPr sz="2100" b="0">
                <a:solidFill>
                  <a:srgbClr val="183C36"/>
                </a:solidFill>
                <a:latin typeface="Arial"/>
                <a:ea typeface="Arial"/>
                <a:cs typeface="Arial"/>
              </a:defRPr>
            </a:lvl5pPr>
            <a:lvl6pPr>
              <a:buNone/>
              <a:defRPr sz="2100" b="0">
                <a:solidFill>
                  <a:srgbClr val="183C36"/>
                </a:solidFill>
                <a:latin typeface="Arial"/>
                <a:ea typeface="Arial"/>
                <a:cs typeface="Arial"/>
              </a:defRPr>
            </a:lvl6pPr>
            <a:lvl7pPr>
              <a:buNone/>
              <a:defRPr sz="2100" b="0">
                <a:solidFill>
                  <a:srgbClr val="183C36"/>
                </a:solidFill>
                <a:latin typeface="Arial"/>
                <a:ea typeface="Arial"/>
                <a:cs typeface="Arial"/>
              </a:defRPr>
            </a:lvl7pPr>
            <a:lvl8pPr>
              <a:buNone/>
              <a:defRPr sz="2100" b="0">
                <a:solidFill>
                  <a:srgbClr val="183C36"/>
                </a:solidFill>
                <a:latin typeface="Arial"/>
                <a:ea typeface="Arial"/>
                <a:cs typeface="Arial"/>
              </a:defRPr>
            </a:lvl8pPr>
            <a:lvl9pPr>
              <a:buNone/>
              <a:defRPr sz="2100" b="0">
                <a:solidFill>
                  <a:srgbClr val="183C36"/>
                </a:solidFill>
                <a:latin typeface="Arial"/>
                <a:ea typeface="Arial"/>
                <a:cs typeface="Arial"/>
              </a:defRPr>
            </a:lvl9pPr>
          </a:lstStyle>
          <a:p xmlns:a="http://schemas.openxmlformats.org/drawingml/2006/main">
            <a:pPr>
              <a:buNone/>
              <a:defRPr sz="2100" b="0">
                <a:solidFill>
                  <a:srgbClr val="183C36"/>
                </a:solidFill>
                <a:latin typeface="Arial"/>
                <a:ea typeface="Arial"/>
                <a:cs typeface="Arial"/>
              </a:defRPr>
            </a:pPr>
            <a:r>
              <a:rPr sz="2100" b="0">
                <a:solidFill>
                  <a:srgbClr val="183C36"/>
                </a:solidFill>
                <a:latin typeface="Arial"/>
                <a:ea typeface="Arial"/>
                <a:cs typeface="Arial"/>
              </a:rPr>
              <a:t>1–2: Başlık, kategori ve tarih alanları tek Not modelinde birleşir.</a:t>
            </a:r>
          </a:p>
        </p:txBody>
      </p:sp>
      <p:sp>
        <p:nvSpPr>
          <p:cNvPr id="4" name="3–4: Aynı veriler ayrıntı ekranında görü">
            <a:extLst xmlns:a="http://schemas.openxmlformats.org/drawingml/2006/main">
              <a:ext uri="{FF2B5EF4-FFF2-40B4-BE49-F238E27FC236}">
                <a16:creationId xmlns:a16="http://schemas.microsoft.com/office/drawing/2014/main" id="{AB60B5C1-E204-45FC-9051-51DB6AA4E82A}"/>
              </a:ext>
            </a:extLst>
          </p:cNvPr>
          <p:cNvSpPr>
            <a:spLocks xmlns:a="http://schemas.openxmlformats.org/drawingml/2006/main" noGrp="1"/>
          </p:cNvSpPr>
          <p:nvPr/>
        </p:nvSpPr>
        <p:spPr>
          <a:xfrm xmlns:a="http://schemas.openxmlformats.org/drawingml/2006/main">
            <a:off x="609600" y="28003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buNone/>
              <a:defRPr sz="2100" b="0">
                <a:solidFill>
                  <a:srgbClr val="183C36"/>
                </a:solidFill>
                <a:latin typeface="Arial"/>
                <a:ea typeface="Arial"/>
                <a:cs typeface="Arial"/>
              </a:defRPr>
            </a:lvl1pPr>
            <a:lvl2pPr>
              <a:buNone/>
              <a:defRPr sz="2100" b="0">
                <a:solidFill>
                  <a:srgbClr val="183C36"/>
                </a:solidFill>
                <a:latin typeface="Arial"/>
                <a:ea typeface="Arial"/>
                <a:cs typeface="Arial"/>
              </a:defRPr>
            </a:lvl2pPr>
            <a:lvl3pPr>
              <a:buNone/>
              <a:defRPr sz="2100" b="0">
                <a:solidFill>
                  <a:srgbClr val="183C36"/>
                </a:solidFill>
                <a:latin typeface="Arial"/>
                <a:ea typeface="Arial"/>
                <a:cs typeface="Arial"/>
              </a:defRPr>
            </a:lvl3pPr>
            <a:lvl4pPr>
              <a:buNone/>
              <a:defRPr sz="2100" b="0">
                <a:solidFill>
                  <a:srgbClr val="183C36"/>
                </a:solidFill>
                <a:latin typeface="Arial"/>
                <a:ea typeface="Arial"/>
                <a:cs typeface="Arial"/>
              </a:defRPr>
            </a:lvl4pPr>
            <a:lvl5pPr>
              <a:buNone/>
              <a:defRPr sz="2100" b="0">
                <a:solidFill>
                  <a:srgbClr val="183C36"/>
                </a:solidFill>
                <a:latin typeface="Arial"/>
                <a:ea typeface="Arial"/>
                <a:cs typeface="Arial"/>
              </a:defRPr>
            </a:lvl5pPr>
            <a:lvl6pPr>
              <a:buNone/>
              <a:defRPr sz="2100" b="0">
                <a:solidFill>
                  <a:srgbClr val="183C36"/>
                </a:solidFill>
                <a:latin typeface="Arial"/>
                <a:ea typeface="Arial"/>
                <a:cs typeface="Arial"/>
              </a:defRPr>
            </a:lvl6pPr>
            <a:lvl7pPr>
              <a:buNone/>
              <a:defRPr sz="2100" b="0">
                <a:solidFill>
                  <a:srgbClr val="183C36"/>
                </a:solidFill>
                <a:latin typeface="Arial"/>
                <a:ea typeface="Arial"/>
                <a:cs typeface="Arial"/>
              </a:defRPr>
            </a:lvl7pPr>
            <a:lvl8pPr>
              <a:buNone/>
              <a:defRPr sz="2100" b="0">
                <a:solidFill>
                  <a:srgbClr val="183C36"/>
                </a:solidFill>
                <a:latin typeface="Arial"/>
                <a:ea typeface="Arial"/>
                <a:cs typeface="Arial"/>
              </a:defRPr>
            </a:lvl8pPr>
            <a:lvl9pPr>
              <a:buNone/>
              <a:defRPr sz="2100" b="0">
                <a:solidFill>
                  <a:srgbClr val="183C36"/>
                </a:solidFill>
                <a:latin typeface="Arial"/>
                <a:ea typeface="Arial"/>
                <a:cs typeface="Arial"/>
              </a:defRPr>
            </a:lvl9pPr>
          </a:lstStyle>
          <a:p xmlns:a="http://schemas.openxmlformats.org/drawingml/2006/main">
            <a:pPr>
              <a:buNone/>
              <a:defRPr sz="2100" b="0">
                <a:solidFill>
                  <a:srgbClr val="183C36"/>
                </a:solidFill>
                <a:latin typeface="Arial"/>
                <a:ea typeface="Arial"/>
                <a:cs typeface="Arial"/>
              </a:defRPr>
            </a:pPr>
            <a:r>
              <a:rPr sz="2100" b="0">
                <a:solidFill>
                  <a:srgbClr val="183C36"/>
                </a:solidFill>
                <a:latin typeface="Arial"/>
                <a:ea typeface="Arial"/>
                <a:cs typeface="Arial"/>
              </a:rPr>
              <a:t>3–4: Aynı veriler ayrıntı ekranında görünür ve paylaşılır.</a:t>
            </a:r>
          </a:p>
        </p:txBody>
      </p:sp>
      <p:sp>
        <p:nvSpPr>
          <p:cNvPr id="5" name="5: Not listesinin sahibi ViewModel olur.">
            <a:extLst xmlns:a="http://schemas.openxmlformats.org/drawingml/2006/main">
              <a:ext uri="{FF2B5EF4-FFF2-40B4-BE49-F238E27FC236}">
                <a16:creationId xmlns:a16="http://schemas.microsoft.com/office/drawing/2014/main" id="{F07168AB-ECF1-4C2E-AC32-B5AE09F00539}"/>
              </a:ext>
            </a:extLst>
          </p:cNvPr>
          <p:cNvSpPr>
            <a:spLocks xmlns:a="http://schemas.openxmlformats.org/drawingml/2006/main" noGrp="1"/>
          </p:cNvSpPr>
          <p:nvPr/>
        </p:nvSpPr>
        <p:spPr>
          <a:xfrm xmlns:a="http://schemas.openxmlformats.org/drawingml/2006/main">
            <a:off x="609600" y="36766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buNone/>
              <a:defRPr sz="2100" b="0">
                <a:solidFill>
                  <a:srgbClr val="183C36"/>
                </a:solidFill>
                <a:latin typeface="Arial"/>
                <a:ea typeface="Arial"/>
                <a:cs typeface="Arial"/>
              </a:defRPr>
            </a:lvl1pPr>
            <a:lvl2pPr>
              <a:buNone/>
              <a:defRPr sz="2100" b="0">
                <a:solidFill>
                  <a:srgbClr val="183C36"/>
                </a:solidFill>
                <a:latin typeface="Arial"/>
                <a:ea typeface="Arial"/>
                <a:cs typeface="Arial"/>
              </a:defRPr>
            </a:lvl2pPr>
            <a:lvl3pPr>
              <a:buNone/>
              <a:defRPr sz="2100" b="0">
                <a:solidFill>
                  <a:srgbClr val="183C36"/>
                </a:solidFill>
                <a:latin typeface="Arial"/>
                <a:ea typeface="Arial"/>
                <a:cs typeface="Arial"/>
              </a:defRPr>
            </a:lvl3pPr>
            <a:lvl4pPr>
              <a:buNone/>
              <a:defRPr sz="2100" b="0">
                <a:solidFill>
                  <a:srgbClr val="183C36"/>
                </a:solidFill>
                <a:latin typeface="Arial"/>
                <a:ea typeface="Arial"/>
                <a:cs typeface="Arial"/>
              </a:defRPr>
            </a:lvl4pPr>
            <a:lvl5pPr>
              <a:buNone/>
              <a:defRPr sz="2100" b="0">
                <a:solidFill>
                  <a:srgbClr val="183C36"/>
                </a:solidFill>
                <a:latin typeface="Arial"/>
                <a:ea typeface="Arial"/>
                <a:cs typeface="Arial"/>
              </a:defRPr>
            </a:lvl5pPr>
            <a:lvl6pPr>
              <a:buNone/>
              <a:defRPr sz="2100" b="0">
                <a:solidFill>
                  <a:srgbClr val="183C36"/>
                </a:solidFill>
                <a:latin typeface="Arial"/>
                <a:ea typeface="Arial"/>
                <a:cs typeface="Arial"/>
              </a:defRPr>
            </a:lvl6pPr>
            <a:lvl7pPr>
              <a:buNone/>
              <a:defRPr sz="2100" b="0">
                <a:solidFill>
                  <a:srgbClr val="183C36"/>
                </a:solidFill>
                <a:latin typeface="Arial"/>
                <a:ea typeface="Arial"/>
                <a:cs typeface="Arial"/>
              </a:defRPr>
            </a:lvl7pPr>
            <a:lvl8pPr>
              <a:buNone/>
              <a:defRPr sz="2100" b="0">
                <a:solidFill>
                  <a:srgbClr val="183C36"/>
                </a:solidFill>
                <a:latin typeface="Arial"/>
                <a:ea typeface="Arial"/>
                <a:cs typeface="Arial"/>
              </a:defRPr>
            </a:lvl8pPr>
            <a:lvl9pPr>
              <a:buNone/>
              <a:defRPr sz="2100" b="0">
                <a:solidFill>
                  <a:srgbClr val="183C36"/>
                </a:solidFill>
                <a:latin typeface="Arial"/>
                <a:ea typeface="Arial"/>
                <a:cs typeface="Arial"/>
              </a:defRPr>
            </a:lvl9pPr>
          </a:lstStyle>
          <a:p xmlns:a="http://schemas.openxmlformats.org/drawingml/2006/main">
            <a:pPr>
              <a:buNone/>
              <a:defRPr sz="2100" b="0">
                <a:solidFill>
                  <a:srgbClr val="183C36"/>
                </a:solidFill>
                <a:latin typeface="Arial"/>
                <a:ea typeface="Arial"/>
                <a:cs typeface="Arial"/>
              </a:defRPr>
            </a:pPr>
            <a:r>
              <a:rPr sz="2100" b="0">
                <a:solidFill>
                  <a:srgbClr val="183C36"/>
                </a:solidFill>
                <a:latin typeface="Arial"/>
                <a:ea typeface="Arial"/>
                <a:cs typeface="Arial"/>
              </a:rPr>
              <a:t>5: Not listesinin sahibi ViewModel olur. Döndürme kontrolü eklenir.</a:t>
            </a:r>
          </a:p>
        </p:txBody>
      </p:sp>
      <p:sp>
        <p:nvSpPr>
          <p:cNvPr id="6" name="6: Liste ve ayrıntı iki Fragment’a taşın">
            <a:extLst xmlns:a="http://schemas.openxmlformats.org/drawingml/2006/main">
              <a:ext uri="{FF2B5EF4-FFF2-40B4-BE49-F238E27FC236}">
                <a16:creationId xmlns:a16="http://schemas.microsoft.com/office/drawing/2014/main" id="{B566BA17-C6ED-4F19-83CC-48EFBF03F371}"/>
              </a:ext>
            </a:extLst>
          </p:cNvPr>
          <p:cNvSpPr>
            <a:spLocks xmlns:a="http://schemas.openxmlformats.org/drawingml/2006/main" noGrp="1"/>
          </p:cNvSpPr>
          <p:nvPr/>
        </p:nvSpPr>
        <p:spPr>
          <a:xfrm xmlns:a="http://schemas.openxmlformats.org/drawingml/2006/main">
            <a:off x="609600" y="45529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buNone/>
              <a:defRPr sz="2100" b="0">
                <a:solidFill>
                  <a:srgbClr val="183C36"/>
                </a:solidFill>
                <a:latin typeface="Arial"/>
                <a:ea typeface="Arial"/>
                <a:cs typeface="Arial"/>
              </a:defRPr>
            </a:lvl1pPr>
            <a:lvl2pPr>
              <a:buNone/>
              <a:defRPr sz="2100" b="0">
                <a:solidFill>
                  <a:srgbClr val="183C36"/>
                </a:solidFill>
                <a:latin typeface="Arial"/>
                <a:ea typeface="Arial"/>
                <a:cs typeface="Arial"/>
              </a:defRPr>
            </a:lvl2pPr>
            <a:lvl3pPr>
              <a:buNone/>
              <a:defRPr sz="2100" b="0">
                <a:solidFill>
                  <a:srgbClr val="183C36"/>
                </a:solidFill>
                <a:latin typeface="Arial"/>
                <a:ea typeface="Arial"/>
                <a:cs typeface="Arial"/>
              </a:defRPr>
            </a:lvl3pPr>
            <a:lvl4pPr>
              <a:buNone/>
              <a:defRPr sz="2100" b="0">
                <a:solidFill>
                  <a:srgbClr val="183C36"/>
                </a:solidFill>
                <a:latin typeface="Arial"/>
                <a:ea typeface="Arial"/>
                <a:cs typeface="Arial"/>
              </a:defRPr>
            </a:lvl4pPr>
            <a:lvl5pPr>
              <a:buNone/>
              <a:defRPr sz="2100" b="0">
                <a:solidFill>
                  <a:srgbClr val="183C36"/>
                </a:solidFill>
                <a:latin typeface="Arial"/>
                <a:ea typeface="Arial"/>
                <a:cs typeface="Arial"/>
              </a:defRPr>
            </a:lvl5pPr>
            <a:lvl6pPr>
              <a:buNone/>
              <a:defRPr sz="2100" b="0">
                <a:solidFill>
                  <a:srgbClr val="183C36"/>
                </a:solidFill>
                <a:latin typeface="Arial"/>
                <a:ea typeface="Arial"/>
                <a:cs typeface="Arial"/>
              </a:defRPr>
            </a:lvl6pPr>
            <a:lvl7pPr>
              <a:buNone/>
              <a:defRPr sz="2100" b="0">
                <a:solidFill>
                  <a:srgbClr val="183C36"/>
                </a:solidFill>
                <a:latin typeface="Arial"/>
                <a:ea typeface="Arial"/>
                <a:cs typeface="Arial"/>
              </a:defRPr>
            </a:lvl7pPr>
            <a:lvl8pPr>
              <a:buNone/>
              <a:defRPr sz="2100" b="0">
                <a:solidFill>
                  <a:srgbClr val="183C36"/>
                </a:solidFill>
                <a:latin typeface="Arial"/>
                <a:ea typeface="Arial"/>
                <a:cs typeface="Arial"/>
              </a:defRPr>
            </a:lvl8pPr>
            <a:lvl9pPr>
              <a:buNone/>
              <a:defRPr sz="2100" b="0">
                <a:solidFill>
                  <a:srgbClr val="183C36"/>
                </a:solidFill>
                <a:latin typeface="Arial"/>
                <a:ea typeface="Arial"/>
                <a:cs typeface="Arial"/>
              </a:defRPr>
            </a:lvl9pPr>
          </a:lstStyle>
          <a:p xmlns:a="http://schemas.openxmlformats.org/drawingml/2006/main">
            <a:pPr>
              <a:buNone/>
              <a:defRPr sz="2100" b="0">
                <a:solidFill>
                  <a:srgbClr val="183C36"/>
                </a:solidFill>
                <a:latin typeface="Arial"/>
                <a:ea typeface="Arial"/>
                <a:cs typeface="Arial"/>
              </a:defRPr>
            </a:pPr>
            <a:r>
              <a:rPr sz="2100" b="0">
                <a:solidFill>
                  <a:srgbClr val="183C36"/>
                </a:solidFill>
                <a:latin typeface="Arial"/>
                <a:ea typeface="Arial"/>
                <a:cs typeface="Arial"/>
              </a:rPr>
              <a:t>6: Liste ve ayrıntı iki Fragment’a taşınır. Tek Activity ve ortak ViewModel kullanılır.</a:t>
            </a:r>
          </a:p>
        </p:txBody>
      </p:sp>
    </p:spTree>
    <p:extLst>
      <p:ext uri="{BB962C8B-B14F-4D97-AF65-F5344CB8AC3E}">
        <p14:creationId xmlns:p14="http://schemas.microsoft.com/office/powerpoint/2010/main" val="62295830"/>
      </p:ext>
    </p:extLst>
  </p:cSld>
</p:sld>
</file>

<file path=ppt/slides/slide36.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8" name="Grup teslimi ve bireysel katkı">
            <a:extLst xmlns:a="http://schemas.openxmlformats.org/drawingml/2006/main">
              <a:ext uri="{FF2B5EF4-FFF2-40B4-BE49-F238E27FC236}">
                <a16:creationId xmlns:a16="http://schemas.microsoft.com/office/drawing/2014/main" id="{01A49116-5146-4003-B35F-35423B580FC0}"/>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Grup teslimi ve bireysel katkı</a:t>
            </a:r>
          </a:p>
        </p:txBody>
      </p:sp>
      <p:sp>
        <p:nvSpPr>
          <p:cNvPr id="2" name="24">
            <a:extLst xmlns:a="http://schemas.openxmlformats.org/drawingml/2006/main">
              <a:ext uri="{FF2B5EF4-FFF2-40B4-BE49-F238E27FC236}">
                <a16:creationId xmlns:a16="http://schemas.microsoft.com/office/drawing/2014/main" id="{AF610344-F945-4BF0-8CDD-DC62BD64BCFF}"/>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36</a:t>
            </a:r>
          </a:p>
        </p:txBody>
      </p:sp>
      <p:sp>
        <p:nvSpPr>
          <p:cNvPr id="3" name="1.  Çalışan Android Studio projesi ve kı">
            <a:extLst xmlns:a="http://schemas.openxmlformats.org/drawingml/2006/main">
              <a:ext uri="{FF2B5EF4-FFF2-40B4-BE49-F238E27FC236}">
                <a16:creationId xmlns:a16="http://schemas.microsoft.com/office/drawing/2014/main" id="{A81E2AA7-E779-406B-9946-4E670DC994DD}"/>
              </a:ext>
            </a:extLst>
          </p:cNvPr>
          <p:cNvSpPr>
            <a:spLocks xmlns:a="http://schemas.openxmlformats.org/drawingml/2006/main" noGrp="1"/>
          </p:cNvSpPr>
          <p:nvPr/>
        </p:nvSpPr>
        <p:spPr>
          <a:xfrm xmlns:a="http://schemas.openxmlformats.org/drawingml/2006/main">
            <a:off x="609600" y="19240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buNone/>
              <a:defRPr sz="2100" b="0">
                <a:solidFill>
                  <a:srgbClr val="183C36"/>
                </a:solidFill>
                <a:latin typeface="Arial"/>
                <a:ea typeface="Arial"/>
                <a:cs typeface="Arial"/>
              </a:defRPr>
            </a:lvl1pPr>
            <a:lvl2pPr>
              <a:buNone/>
              <a:defRPr sz="2100" b="0">
                <a:solidFill>
                  <a:srgbClr val="183C36"/>
                </a:solidFill>
                <a:latin typeface="Arial"/>
                <a:ea typeface="Arial"/>
                <a:cs typeface="Arial"/>
              </a:defRPr>
            </a:lvl2pPr>
            <a:lvl3pPr>
              <a:buNone/>
              <a:defRPr sz="2100" b="0">
                <a:solidFill>
                  <a:srgbClr val="183C36"/>
                </a:solidFill>
                <a:latin typeface="Arial"/>
                <a:ea typeface="Arial"/>
                <a:cs typeface="Arial"/>
              </a:defRPr>
            </a:lvl3pPr>
            <a:lvl4pPr>
              <a:buNone/>
              <a:defRPr sz="2100" b="0">
                <a:solidFill>
                  <a:srgbClr val="183C36"/>
                </a:solidFill>
                <a:latin typeface="Arial"/>
                <a:ea typeface="Arial"/>
                <a:cs typeface="Arial"/>
              </a:defRPr>
            </a:lvl4pPr>
            <a:lvl5pPr>
              <a:buNone/>
              <a:defRPr sz="2100" b="0">
                <a:solidFill>
                  <a:srgbClr val="183C36"/>
                </a:solidFill>
                <a:latin typeface="Arial"/>
                <a:ea typeface="Arial"/>
                <a:cs typeface="Arial"/>
              </a:defRPr>
            </a:lvl5pPr>
            <a:lvl6pPr>
              <a:buNone/>
              <a:defRPr sz="2100" b="0">
                <a:solidFill>
                  <a:srgbClr val="183C36"/>
                </a:solidFill>
                <a:latin typeface="Arial"/>
                <a:ea typeface="Arial"/>
                <a:cs typeface="Arial"/>
              </a:defRPr>
            </a:lvl6pPr>
            <a:lvl7pPr>
              <a:buNone/>
              <a:defRPr sz="2100" b="0">
                <a:solidFill>
                  <a:srgbClr val="183C36"/>
                </a:solidFill>
                <a:latin typeface="Arial"/>
                <a:ea typeface="Arial"/>
                <a:cs typeface="Arial"/>
              </a:defRPr>
            </a:lvl7pPr>
            <a:lvl8pPr>
              <a:buNone/>
              <a:defRPr sz="2100" b="0">
                <a:solidFill>
                  <a:srgbClr val="183C36"/>
                </a:solidFill>
                <a:latin typeface="Arial"/>
                <a:ea typeface="Arial"/>
                <a:cs typeface="Arial"/>
              </a:defRPr>
            </a:lvl8pPr>
            <a:lvl9pPr>
              <a:buNone/>
              <a:defRPr sz="2100" b="0">
                <a:solidFill>
                  <a:srgbClr val="183C36"/>
                </a:solidFill>
                <a:latin typeface="Arial"/>
                <a:ea typeface="Arial"/>
                <a:cs typeface="Arial"/>
              </a:defRPr>
            </a:lvl9pPr>
          </a:lstStyle>
          <a:p xmlns:a="http://schemas.openxmlformats.org/drawingml/2006/main">
            <a:pPr>
              <a:buNone/>
              <a:defRPr sz="2100" b="0">
                <a:solidFill>
                  <a:srgbClr val="183C36"/>
                </a:solidFill>
                <a:latin typeface="Arial"/>
                <a:ea typeface="Arial"/>
                <a:cs typeface="Arial"/>
              </a:defRPr>
            </a:pPr>
            <a:r>
              <a:rPr sz="2100" b="0">
                <a:solidFill>
                  <a:srgbClr val="183C36"/>
                </a:solidFill>
                <a:latin typeface="Arial"/>
                <a:ea typeface="Arial"/>
                <a:cs typeface="Arial"/>
              </a:rPr>
              <a:t>1.  Çalışan Android Studio projesi ve kısa GOREV.md dosyası.</a:t>
            </a:r>
          </a:p>
        </p:txBody>
      </p:sp>
      <p:sp>
        <p:nvSpPr>
          <p:cNvPr id="4" name="2.  En az üç kontrol senaryosu: beklenen">
            <a:extLst xmlns:a="http://schemas.openxmlformats.org/drawingml/2006/main">
              <a:ext uri="{FF2B5EF4-FFF2-40B4-BE49-F238E27FC236}">
                <a16:creationId xmlns:a16="http://schemas.microsoft.com/office/drawing/2014/main" id="{9BD882E6-3606-4BBC-935C-57148438F41E}"/>
              </a:ext>
            </a:extLst>
          </p:cNvPr>
          <p:cNvSpPr>
            <a:spLocks xmlns:a="http://schemas.openxmlformats.org/drawingml/2006/main" noGrp="1"/>
          </p:cNvSpPr>
          <p:nvPr/>
        </p:nvSpPr>
        <p:spPr>
          <a:xfrm xmlns:a="http://schemas.openxmlformats.org/drawingml/2006/main">
            <a:off x="609600" y="28003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buNone/>
              <a:defRPr sz="2100" b="0">
                <a:solidFill>
                  <a:srgbClr val="183C36"/>
                </a:solidFill>
                <a:latin typeface="Arial"/>
                <a:ea typeface="Arial"/>
                <a:cs typeface="Arial"/>
              </a:defRPr>
            </a:lvl1pPr>
            <a:lvl2pPr>
              <a:buNone/>
              <a:defRPr sz="2100" b="0">
                <a:solidFill>
                  <a:srgbClr val="183C36"/>
                </a:solidFill>
                <a:latin typeface="Arial"/>
                <a:ea typeface="Arial"/>
                <a:cs typeface="Arial"/>
              </a:defRPr>
            </a:lvl2pPr>
            <a:lvl3pPr>
              <a:buNone/>
              <a:defRPr sz="2100" b="0">
                <a:solidFill>
                  <a:srgbClr val="183C36"/>
                </a:solidFill>
                <a:latin typeface="Arial"/>
                <a:ea typeface="Arial"/>
                <a:cs typeface="Arial"/>
              </a:defRPr>
            </a:lvl3pPr>
            <a:lvl4pPr>
              <a:buNone/>
              <a:defRPr sz="2100" b="0">
                <a:solidFill>
                  <a:srgbClr val="183C36"/>
                </a:solidFill>
                <a:latin typeface="Arial"/>
                <a:ea typeface="Arial"/>
                <a:cs typeface="Arial"/>
              </a:defRPr>
            </a:lvl4pPr>
            <a:lvl5pPr>
              <a:buNone/>
              <a:defRPr sz="2100" b="0">
                <a:solidFill>
                  <a:srgbClr val="183C36"/>
                </a:solidFill>
                <a:latin typeface="Arial"/>
                <a:ea typeface="Arial"/>
                <a:cs typeface="Arial"/>
              </a:defRPr>
            </a:lvl5pPr>
            <a:lvl6pPr>
              <a:buNone/>
              <a:defRPr sz="2100" b="0">
                <a:solidFill>
                  <a:srgbClr val="183C36"/>
                </a:solidFill>
                <a:latin typeface="Arial"/>
                <a:ea typeface="Arial"/>
                <a:cs typeface="Arial"/>
              </a:defRPr>
            </a:lvl6pPr>
            <a:lvl7pPr>
              <a:buNone/>
              <a:defRPr sz="2100" b="0">
                <a:solidFill>
                  <a:srgbClr val="183C36"/>
                </a:solidFill>
                <a:latin typeface="Arial"/>
                <a:ea typeface="Arial"/>
                <a:cs typeface="Arial"/>
              </a:defRPr>
            </a:lvl7pPr>
            <a:lvl8pPr>
              <a:buNone/>
              <a:defRPr sz="2100" b="0">
                <a:solidFill>
                  <a:srgbClr val="183C36"/>
                </a:solidFill>
                <a:latin typeface="Arial"/>
                <a:ea typeface="Arial"/>
                <a:cs typeface="Arial"/>
              </a:defRPr>
            </a:lvl8pPr>
            <a:lvl9pPr>
              <a:buNone/>
              <a:defRPr sz="2100" b="0">
                <a:solidFill>
                  <a:srgbClr val="183C36"/>
                </a:solidFill>
                <a:latin typeface="Arial"/>
                <a:ea typeface="Arial"/>
                <a:cs typeface="Arial"/>
              </a:defRPr>
            </a:lvl9pPr>
          </a:lstStyle>
          <a:p xmlns:a="http://schemas.openxmlformats.org/drawingml/2006/main">
            <a:pPr>
              <a:buNone/>
              <a:defRPr sz="2100" b="0">
                <a:solidFill>
                  <a:srgbClr val="183C36"/>
                </a:solidFill>
                <a:latin typeface="Arial"/>
                <a:ea typeface="Arial"/>
                <a:cs typeface="Arial"/>
              </a:defRPr>
            </a:pPr>
            <a:r>
              <a:rPr sz="2100" b="0">
                <a:solidFill>
                  <a:srgbClr val="183C36"/>
                </a:solidFill>
                <a:latin typeface="Arial"/>
                <a:ea typeface="Arial"/>
                <a:cs typeface="Arial"/>
              </a:rPr>
              <a:t>2.  En az üç kontrol senaryosu: beklenen sonuç ve gözlenen sonuç.</a:t>
            </a:r>
          </a:p>
        </p:txBody>
      </p:sp>
      <p:sp>
        <p:nvSpPr>
          <p:cNvPr id="5" name="3.  Kendi özelliğine ait bir sayfalık et">
            <a:extLst xmlns:a="http://schemas.openxmlformats.org/drawingml/2006/main">
              <a:ext uri="{FF2B5EF4-FFF2-40B4-BE49-F238E27FC236}">
                <a16:creationId xmlns:a16="http://schemas.microsoft.com/office/drawing/2014/main" id="{0508199C-6CE6-4EEF-BC58-7DE8FBF30442}"/>
              </a:ext>
            </a:extLst>
          </p:cNvPr>
          <p:cNvSpPr>
            <a:spLocks xmlns:a="http://schemas.openxmlformats.org/drawingml/2006/main" noGrp="1"/>
          </p:cNvSpPr>
          <p:nvPr/>
        </p:nvSpPr>
        <p:spPr>
          <a:xfrm xmlns:a="http://schemas.openxmlformats.org/drawingml/2006/main">
            <a:off x="609600" y="36766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buNone/>
              <a:defRPr sz="2100" b="0">
                <a:solidFill>
                  <a:srgbClr val="183C36"/>
                </a:solidFill>
                <a:latin typeface="Arial"/>
                <a:ea typeface="Arial"/>
                <a:cs typeface="Arial"/>
              </a:defRPr>
            </a:lvl1pPr>
            <a:lvl2pPr>
              <a:buNone/>
              <a:defRPr sz="2100" b="0">
                <a:solidFill>
                  <a:srgbClr val="183C36"/>
                </a:solidFill>
                <a:latin typeface="Arial"/>
                <a:ea typeface="Arial"/>
                <a:cs typeface="Arial"/>
              </a:defRPr>
            </a:lvl2pPr>
            <a:lvl3pPr>
              <a:buNone/>
              <a:defRPr sz="2100" b="0">
                <a:solidFill>
                  <a:srgbClr val="183C36"/>
                </a:solidFill>
                <a:latin typeface="Arial"/>
                <a:ea typeface="Arial"/>
                <a:cs typeface="Arial"/>
              </a:defRPr>
            </a:lvl3pPr>
            <a:lvl4pPr>
              <a:buNone/>
              <a:defRPr sz="2100" b="0">
                <a:solidFill>
                  <a:srgbClr val="183C36"/>
                </a:solidFill>
                <a:latin typeface="Arial"/>
                <a:ea typeface="Arial"/>
                <a:cs typeface="Arial"/>
              </a:defRPr>
            </a:lvl4pPr>
            <a:lvl5pPr>
              <a:buNone/>
              <a:defRPr sz="2100" b="0">
                <a:solidFill>
                  <a:srgbClr val="183C36"/>
                </a:solidFill>
                <a:latin typeface="Arial"/>
                <a:ea typeface="Arial"/>
                <a:cs typeface="Arial"/>
              </a:defRPr>
            </a:lvl5pPr>
            <a:lvl6pPr>
              <a:buNone/>
              <a:defRPr sz="2100" b="0">
                <a:solidFill>
                  <a:srgbClr val="183C36"/>
                </a:solidFill>
                <a:latin typeface="Arial"/>
                <a:ea typeface="Arial"/>
                <a:cs typeface="Arial"/>
              </a:defRPr>
            </a:lvl6pPr>
            <a:lvl7pPr>
              <a:buNone/>
              <a:defRPr sz="2100" b="0">
                <a:solidFill>
                  <a:srgbClr val="183C36"/>
                </a:solidFill>
                <a:latin typeface="Arial"/>
                <a:ea typeface="Arial"/>
                <a:cs typeface="Arial"/>
              </a:defRPr>
            </a:lvl7pPr>
            <a:lvl8pPr>
              <a:buNone/>
              <a:defRPr sz="2100" b="0">
                <a:solidFill>
                  <a:srgbClr val="183C36"/>
                </a:solidFill>
                <a:latin typeface="Arial"/>
                <a:ea typeface="Arial"/>
                <a:cs typeface="Arial"/>
              </a:defRPr>
            </a:lvl8pPr>
            <a:lvl9pPr>
              <a:buNone/>
              <a:defRPr sz="2100" b="0">
                <a:solidFill>
                  <a:srgbClr val="183C36"/>
                </a:solidFill>
                <a:latin typeface="Arial"/>
                <a:ea typeface="Arial"/>
                <a:cs typeface="Arial"/>
              </a:defRPr>
            </a:lvl9pPr>
          </a:lstStyle>
          <a:p xmlns:a="http://schemas.openxmlformats.org/drawingml/2006/main">
            <a:pPr>
              <a:buNone/>
              <a:defRPr sz="2100" b="0">
                <a:solidFill>
                  <a:srgbClr val="183C36"/>
                </a:solidFill>
                <a:latin typeface="Arial"/>
                <a:ea typeface="Arial"/>
                <a:cs typeface="Arial"/>
              </a:defRPr>
            </a:pPr>
            <a:r>
              <a:rPr sz="2100" b="0">
                <a:solidFill>
                  <a:srgbClr val="183C36"/>
                </a:solidFill>
                <a:latin typeface="Arial"/>
                <a:ea typeface="Arial"/>
                <a:cs typeface="Arial"/>
              </a:rPr>
              <a:t>3.  Kendi özelliğine ait bir sayfalık etkinlik diyagramı.</a:t>
            </a:r>
          </a:p>
        </p:txBody>
      </p:sp>
      <p:sp>
        <p:nvSpPr>
          <p:cNvPr id="6" name="4.  Her öğrenci bir kod değişikliğini ve">
            <a:extLst xmlns:a="http://schemas.openxmlformats.org/drawingml/2006/main">
              <a:ext uri="{FF2B5EF4-FFF2-40B4-BE49-F238E27FC236}">
                <a16:creationId xmlns:a16="http://schemas.microsoft.com/office/drawing/2014/main" id="{9DDF8617-D99E-45CB-B0DB-C7316EA4F33C}"/>
              </a:ext>
            </a:extLst>
          </p:cNvPr>
          <p:cNvSpPr>
            <a:spLocks xmlns:a="http://schemas.openxmlformats.org/drawingml/2006/main" noGrp="1"/>
          </p:cNvSpPr>
          <p:nvPr/>
        </p:nvSpPr>
        <p:spPr>
          <a:xfrm xmlns:a="http://schemas.openxmlformats.org/drawingml/2006/main">
            <a:off x="609600" y="45529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C36"/>
                </a:solidFill>
                <a:latin typeface="Arial"/>
                <a:ea typeface="Arial"/>
                <a:cs typeface="Arial"/>
              </a:defRPr>
            </a:defPPr>
            <a:lvl1pPr>
              <a:buNone/>
              <a:defRPr sz="2100" b="0">
                <a:solidFill>
                  <a:srgbClr val="183C36"/>
                </a:solidFill>
                <a:latin typeface="Arial"/>
                <a:ea typeface="Arial"/>
                <a:cs typeface="Arial"/>
              </a:defRPr>
            </a:lvl1pPr>
            <a:lvl2pPr>
              <a:buNone/>
              <a:defRPr sz="2100" b="0">
                <a:solidFill>
                  <a:srgbClr val="183C36"/>
                </a:solidFill>
                <a:latin typeface="Arial"/>
                <a:ea typeface="Arial"/>
                <a:cs typeface="Arial"/>
              </a:defRPr>
            </a:lvl2pPr>
            <a:lvl3pPr>
              <a:buNone/>
              <a:defRPr sz="2100" b="0">
                <a:solidFill>
                  <a:srgbClr val="183C36"/>
                </a:solidFill>
                <a:latin typeface="Arial"/>
                <a:ea typeface="Arial"/>
                <a:cs typeface="Arial"/>
              </a:defRPr>
            </a:lvl3pPr>
            <a:lvl4pPr>
              <a:buNone/>
              <a:defRPr sz="2100" b="0">
                <a:solidFill>
                  <a:srgbClr val="183C36"/>
                </a:solidFill>
                <a:latin typeface="Arial"/>
                <a:ea typeface="Arial"/>
                <a:cs typeface="Arial"/>
              </a:defRPr>
            </a:lvl4pPr>
            <a:lvl5pPr>
              <a:buNone/>
              <a:defRPr sz="2100" b="0">
                <a:solidFill>
                  <a:srgbClr val="183C36"/>
                </a:solidFill>
                <a:latin typeface="Arial"/>
                <a:ea typeface="Arial"/>
                <a:cs typeface="Arial"/>
              </a:defRPr>
            </a:lvl5pPr>
            <a:lvl6pPr>
              <a:buNone/>
              <a:defRPr sz="2100" b="0">
                <a:solidFill>
                  <a:srgbClr val="183C36"/>
                </a:solidFill>
                <a:latin typeface="Arial"/>
                <a:ea typeface="Arial"/>
                <a:cs typeface="Arial"/>
              </a:defRPr>
            </a:lvl6pPr>
            <a:lvl7pPr>
              <a:buNone/>
              <a:defRPr sz="2100" b="0">
                <a:solidFill>
                  <a:srgbClr val="183C36"/>
                </a:solidFill>
                <a:latin typeface="Arial"/>
                <a:ea typeface="Arial"/>
                <a:cs typeface="Arial"/>
              </a:defRPr>
            </a:lvl7pPr>
            <a:lvl8pPr>
              <a:buNone/>
              <a:defRPr sz="2100" b="0">
                <a:solidFill>
                  <a:srgbClr val="183C36"/>
                </a:solidFill>
                <a:latin typeface="Arial"/>
                <a:ea typeface="Arial"/>
                <a:cs typeface="Arial"/>
              </a:defRPr>
            </a:lvl8pPr>
            <a:lvl9pPr>
              <a:buNone/>
              <a:defRPr sz="2100" b="0">
                <a:solidFill>
                  <a:srgbClr val="183C36"/>
                </a:solidFill>
                <a:latin typeface="Arial"/>
                <a:ea typeface="Arial"/>
                <a:cs typeface="Arial"/>
              </a:defRPr>
            </a:lvl9pPr>
          </a:lstStyle>
          <a:p xmlns:a="http://schemas.openxmlformats.org/drawingml/2006/main">
            <a:pPr>
              <a:buNone/>
              <a:defRPr sz="2100" b="0">
                <a:solidFill>
                  <a:srgbClr val="183C36"/>
                </a:solidFill>
                <a:latin typeface="Arial"/>
                <a:ea typeface="Arial"/>
                <a:cs typeface="Arial"/>
              </a:defRPr>
            </a:pPr>
            <a:r>
              <a:rPr sz="2100" b="0">
                <a:solidFill>
                  <a:srgbClr val="183C36"/>
                </a:solidFill>
                <a:latin typeface="Arial"/>
                <a:ea typeface="Arial"/>
                <a:cs typeface="Arial"/>
              </a:rPr>
              <a:t>4.  Her öğrenci bir kod değişikliğini ve bir sınır durumunu kendi cümleleriyle açıklar.</a:t>
            </a:r>
          </a:p>
        </p:txBody>
      </p:sp>
      <p:sp>
        <p:nvSpPr>
          <p:cNvPr id="7" name="Roller dönüşür: kod yazma, kod inceleme,">
            <a:extLst xmlns:a="http://schemas.openxmlformats.org/drawingml/2006/main">
              <a:ext uri="{FF2B5EF4-FFF2-40B4-BE49-F238E27FC236}">
                <a16:creationId xmlns:a16="http://schemas.microsoft.com/office/drawing/2014/main" id="{96DD83DA-1D0D-473C-9A08-74CF51509FC3}"/>
              </a:ext>
            </a:extLst>
          </p:cNvPr>
          <p:cNvSpPr>
            <a:spLocks xmlns:a="http://schemas.openxmlformats.org/drawingml/2006/main" noGrp="1"/>
          </p:cNvSpPr>
          <p:nvPr/>
        </p:nvSpPr>
        <p:spPr>
          <a:xfrm xmlns:a="http://schemas.openxmlformats.org/drawingml/2006/main">
            <a:off x="609600" y="58007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46B61"/>
                </a:solidFill>
                <a:latin typeface="Arial"/>
                <a:ea typeface="Arial"/>
                <a:cs typeface="Arial"/>
              </a:defRPr>
            </a:defPPr>
            <a:lvl1pPr>
              <a:buNone/>
              <a:defRPr sz="1800" b="1">
                <a:solidFill>
                  <a:srgbClr val="146B61"/>
                </a:solidFill>
                <a:latin typeface="Arial"/>
                <a:ea typeface="Arial"/>
                <a:cs typeface="Arial"/>
              </a:defRPr>
            </a:lvl1pPr>
            <a:lvl2pPr>
              <a:buNone/>
              <a:defRPr sz="1800" b="1">
                <a:solidFill>
                  <a:srgbClr val="146B61"/>
                </a:solidFill>
                <a:latin typeface="Arial"/>
                <a:ea typeface="Arial"/>
                <a:cs typeface="Arial"/>
              </a:defRPr>
            </a:lvl2pPr>
            <a:lvl3pPr>
              <a:buNone/>
              <a:defRPr sz="1800" b="1">
                <a:solidFill>
                  <a:srgbClr val="146B61"/>
                </a:solidFill>
                <a:latin typeface="Arial"/>
                <a:ea typeface="Arial"/>
                <a:cs typeface="Arial"/>
              </a:defRPr>
            </a:lvl3pPr>
            <a:lvl4pPr>
              <a:buNone/>
              <a:defRPr sz="1800" b="1">
                <a:solidFill>
                  <a:srgbClr val="146B61"/>
                </a:solidFill>
                <a:latin typeface="Arial"/>
                <a:ea typeface="Arial"/>
                <a:cs typeface="Arial"/>
              </a:defRPr>
            </a:lvl4pPr>
            <a:lvl5pPr>
              <a:buNone/>
              <a:defRPr sz="1800" b="1">
                <a:solidFill>
                  <a:srgbClr val="146B61"/>
                </a:solidFill>
                <a:latin typeface="Arial"/>
                <a:ea typeface="Arial"/>
                <a:cs typeface="Arial"/>
              </a:defRPr>
            </a:lvl5pPr>
            <a:lvl6pPr>
              <a:buNone/>
              <a:defRPr sz="1800" b="1">
                <a:solidFill>
                  <a:srgbClr val="146B61"/>
                </a:solidFill>
                <a:latin typeface="Arial"/>
                <a:ea typeface="Arial"/>
                <a:cs typeface="Arial"/>
              </a:defRPr>
            </a:lvl6pPr>
            <a:lvl7pPr>
              <a:buNone/>
              <a:defRPr sz="1800" b="1">
                <a:solidFill>
                  <a:srgbClr val="146B61"/>
                </a:solidFill>
                <a:latin typeface="Arial"/>
                <a:ea typeface="Arial"/>
                <a:cs typeface="Arial"/>
              </a:defRPr>
            </a:lvl7pPr>
            <a:lvl8pPr>
              <a:buNone/>
              <a:defRPr sz="1800" b="1">
                <a:solidFill>
                  <a:srgbClr val="146B61"/>
                </a:solidFill>
                <a:latin typeface="Arial"/>
                <a:ea typeface="Arial"/>
                <a:cs typeface="Arial"/>
              </a:defRPr>
            </a:lvl8pPr>
            <a:lvl9pPr>
              <a:buNone/>
              <a:defRPr sz="1800" b="1">
                <a:solidFill>
                  <a:srgbClr val="146B61"/>
                </a:solidFill>
                <a:latin typeface="Arial"/>
                <a:ea typeface="Arial"/>
                <a:cs typeface="Arial"/>
              </a:defRPr>
            </a:lvl9pPr>
          </a:lstStyle>
          <a:p xmlns:a="http://schemas.openxmlformats.org/drawingml/2006/main">
            <a:pPr>
              <a:buNone/>
              <a:defRPr sz="1800" b="1">
                <a:solidFill>
                  <a:srgbClr val="146B61"/>
                </a:solidFill>
                <a:latin typeface="Arial"/>
                <a:ea typeface="Arial"/>
                <a:cs typeface="Arial"/>
              </a:defRPr>
            </a:pPr>
            <a:r>
              <a:rPr sz="1800" b="1">
                <a:solidFill>
                  <a:srgbClr val="146B61"/>
                </a:solidFill>
                <a:latin typeface="Arial"/>
                <a:ea typeface="Arial"/>
                <a:cs typeface="Arial"/>
              </a:rPr>
              <a:t>Roller dönüşür: kod yazma, kod inceleme, deneme ve akışı açıklama.</a:t>
            </a:r>
          </a:p>
        </p:txBody>
      </p:sp>
    </p:spTree>
    <p:extLst>
      <p:ext uri="{BB962C8B-B14F-4D97-AF65-F5344CB8AC3E}">
        <p14:creationId xmlns:p14="http://schemas.microsoft.com/office/powerpoint/2010/main" val="1210625118"/>
      </p:ext>
    </p:extLst>
  </p:cSld>
</p:sld>
</file>

<file path=ppt/slides/slide37.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5" name="Değerlendirme önerisi">
            <a:extLst xmlns:a="http://schemas.openxmlformats.org/drawingml/2006/main">
              <a:ext uri="{FF2B5EF4-FFF2-40B4-BE49-F238E27FC236}">
                <a16:creationId xmlns:a16="http://schemas.microsoft.com/office/drawing/2014/main" id="{C3BFCF98-1F91-4D49-B9BA-A96AE06525A9}"/>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Değerlendirme önerisi</a:t>
            </a:r>
          </a:p>
        </p:txBody>
      </p:sp>
      <p:sp>
        <p:nvSpPr>
          <p:cNvPr id="2" name="25">
            <a:extLst xmlns:a="http://schemas.openxmlformats.org/drawingml/2006/main">
              <a:ext uri="{FF2B5EF4-FFF2-40B4-BE49-F238E27FC236}">
                <a16:creationId xmlns:a16="http://schemas.microsoft.com/office/drawing/2014/main" id="{A1B36620-9FDE-4369-8BAE-D27D11DDD05B}"/>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37</a:t>
            </a:r>
          </a:p>
        </p:txBody>
      </p:sp>
      <p:graphicFrame>
        <p:nvGraphicFramePr>
          <p:cNvPr id="3" name="">
            <a:extLst xmlns:a="http://schemas.openxmlformats.org/drawingml/2006/main">
              <a:ext uri="{FF2B5EF4-FFF2-40B4-BE49-F238E27FC236}">
                <a16:creationId xmlns:a16="http://schemas.microsoft.com/office/drawing/2014/main" id="{538D735A-6873-4E0D-B854-BF2F0E97993D}"/>
              </a:ext>
            </a:extLst>
          </p:cNvPr>
          <p:cNvGraphicFramePr/>
          <p:nvPr/>
        </p:nvGraphicFramePr>
        <p:xfrm>
          <a:off xmlns:a="http://schemas.openxmlformats.org/drawingml/2006/main" x="609600" y="1809750"/>
          <a:ext xmlns:a="http://schemas.openxmlformats.org/drawingml/2006/main" cx="10953750" cy="3952875"/>
        </p:xfrm>
        <a:graphic xmlns:a="http://schemas.openxmlformats.org/drawingml/2006/main">
          <a:graphicData uri="http://schemas.openxmlformats.org/drawingml/2006/table">
            <a:tbl>
              <a:tblPr/>
              <a:tblGrid>
                <a:gridCol w="3714750"/>
                <a:gridCol w="952500"/>
                <a:gridCol w="6286500"/>
              </a:tblGrid>
              <a:tr h="658813">
                <a:tc>
                  <a:txBody>
                    <a:bodyPr/>
                    <a:lstStyle/>
                    <a:p>
                      <a:r>
                        <a:rPr sz="1875" b="1">
                          <a:solidFill>
                            <a:srgbClr val="FFFFFF"/>
                          </a:solidFill>
                          <a:latin typeface="Arial"/>
                          <a:ea typeface="Arial"/>
                          <a:cs typeface="Arial"/>
                        </a:rPr>
                        <a:t>Ölçüt</a:t>
                      </a:r>
                    </a:p>
                  </a:txBody>
                  <a:tcPr marL="91440" marR="91440" marT="45720" marB="45720">
                    <a:lnL w="9525">
                      <a:solidFill>
                        <a:srgbClr val="D8DFDA"/>
                      </a:solidFill>
                      <a:prstDash val="solid"/>
                    </a:lnL>
                    <a:lnR w="9525">
                      <a:solidFill>
                        <a:srgbClr val="D8DFDA"/>
                      </a:solidFill>
                      <a:prstDash val="solid"/>
                    </a:lnR>
                    <a:lnT w="9525">
                      <a:solidFill>
                        <a:srgbClr val="D8DFDA"/>
                      </a:solidFill>
                      <a:prstDash val="solid"/>
                    </a:lnT>
                    <a:lnB w="9525">
                      <a:solidFill>
                        <a:srgbClr val="D8DFDA"/>
                      </a:solidFill>
                      <a:prstDash val="solid"/>
                    </a:lnB>
                    <a:solidFill>
                      <a:srgbClr val="143E37"/>
                    </a:solidFill>
                  </a:tcPr>
                </a:tc>
                <a:tc>
                  <a:txBody>
                    <a:bodyPr/>
                    <a:lstStyle/>
                    <a:p>
                      <a:r>
                        <a:rPr sz="1875" b="1">
                          <a:solidFill>
                            <a:srgbClr val="FFFFFF"/>
                          </a:solidFill>
                          <a:latin typeface="Arial"/>
                          <a:ea typeface="Arial"/>
                          <a:cs typeface="Arial"/>
                        </a:rPr>
                        <a:t>Puan</a:t>
                      </a:r>
                    </a:p>
                  </a:txBody>
                  <a:tcPr marL="91440" marR="91440" marT="45720" marB="45720">
                    <a:lnR w="9525">
                      <a:solidFill>
                        <a:srgbClr val="D8DFDA"/>
                      </a:solidFill>
                      <a:prstDash val="solid"/>
                    </a:lnR>
                    <a:lnT w="9525">
                      <a:solidFill>
                        <a:srgbClr val="D8DFDA"/>
                      </a:solidFill>
                      <a:prstDash val="solid"/>
                    </a:lnT>
                    <a:lnB w="9525">
                      <a:solidFill>
                        <a:srgbClr val="D8DFDA"/>
                      </a:solidFill>
                      <a:prstDash val="solid"/>
                    </a:lnB>
                    <a:solidFill>
                      <a:srgbClr val="143E37"/>
                    </a:solidFill>
                  </a:tcPr>
                </a:tc>
                <a:tc>
                  <a:txBody>
                    <a:bodyPr/>
                    <a:lstStyle/>
                    <a:p>
                      <a:r>
                        <a:rPr sz="1875" b="1">
                          <a:solidFill>
                            <a:srgbClr val="FFFFFF"/>
                          </a:solidFill>
                          <a:latin typeface="Arial"/>
                          <a:ea typeface="Arial"/>
                          <a:cs typeface="Arial"/>
                        </a:rPr>
                        <a:t>Beklenen kanıt</a:t>
                      </a:r>
                    </a:p>
                  </a:txBody>
                  <a:tcPr marL="91440" marR="91440" marT="45720" marB="45720">
                    <a:lnR w="9525">
                      <a:solidFill>
                        <a:srgbClr val="D8DFDA"/>
                      </a:solidFill>
                      <a:prstDash val="solid"/>
                    </a:lnR>
                    <a:lnT w="9525">
                      <a:solidFill>
                        <a:srgbClr val="D8DFDA"/>
                      </a:solidFill>
                      <a:prstDash val="solid"/>
                    </a:lnT>
                    <a:lnB w="9525">
                      <a:solidFill>
                        <a:srgbClr val="D8DFDA"/>
                      </a:solidFill>
                      <a:prstDash val="solid"/>
                    </a:lnB>
                    <a:solidFill>
                      <a:srgbClr val="143E37"/>
                    </a:solidFill>
                  </a:tcPr>
                </a:tc>
              </a:tr>
              <a:tr h="658813">
                <a:tc>
                  <a:txBody>
                    <a:bodyPr/>
                    <a:lstStyle/>
                    <a:p>
                      <a:r>
                        <a:rPr sz="1875" b="0">
                          <a:solidFill>
                            <a:srgbClr val="183C36"/>
                          </a:solidFill>
                          <a:latin typeface="Arial"/>
                          <a:ea typeface="Arial"/>
                          <a:cs typeface="Arial"/>
                        </a:rPr>
                        <a:t>Zorunlu özellik</a:t>
                      </a:r>
                    </a:p>
                  </a:txBody>
                  <a:tcPr marL="91440" marR="91440" marT="45720" marB="45720">
                    <a:lnL w="9525">
                      <a:solidFill>
                        <a:srgbClr val="D8DFDA"/>
                      </a:solidFill>
                      <a:prstDash val="solid"/>
                    </a:lnL>
                    <a:lnR w="9525">
                      <a:solidFill>
                        <a:srgbClr val="D8DFDA"/>
                      </a:solidFill>
                      <a:prstDash val="solid"/>
                    </a:lnR>
                    <a:lnB w="9525">
                      <a:solidFill>
                        <a:srgbClr val="D8DFDA"/>
                      </a:solidFill>
                      <a:prstDash val="solid"/>
                    </a:lnB>
                    <a:solidFill>
                      <a:srgbClr val="F5F4EF"/>
                    </a:solidFill>
                  </a:tcPr>
                </a:tc>
                <a:tc>
                  <a:txBody>
                    <a:bodyPr/>
                    <a:lstStyle/>
                    <a:p>
                      <a:r>
                        <a:rPr sz="1875" b="0">
                          <a:solidFill>
                            <a:srgbClr val="183C36"/>
                          </a:solidFill>
                          <a:latin typeface="Arial"/>
                          <a:ea typeface="Arial"/>
                          <a:cs typeface="Arial"/>
                        </a:rPr>
                        <a:t>30</a:t>
                      </a:r>
                    </a:p>
                  </a:txBody>
                  <a:tcPr marL="91440" marR="91440" marT="45720" marB="45720">
                    <a:lnR w="9525">
                      <a:solidFill>
                        <a:srgbClr val="D8DFDA"/>
                      </a:solidFill>
                      <a:prstDash val="solid"/>
                    </a:lnR>
                    <a:lnB w="9525">
                      <a:solidFill>
                        <a:srgbClr val="D8DFDA"/>
                      </a:solidFill>
                      <a:prstDash val="solid"/>
                    </a:lnB>
                    <a:solidFill>
                      <a:srgbClr val="F5F4EF"/>
                    </a:solidFill>
                  </a:tcPr>
                </a:tc>
                <a:tc>
                  <a:txBody>
                    <a:bodyPr/>
                    <a:lstStyle/>
                    <a:p>
                      <a:r>
                        <a:rPr sz="1875" b="0">
                          <a:solidFill>
                            <a:srgbClr val="183C36"/>
                          </a:solidFill>
                          <a:latin typeface="Arial"/>
                          <a:ea typeface="Arial"/>
                          <a:cs typeface="Arial"/>
                        </a:rPr>
                        <a:t>Çalışan demo ve eski özelliklerin korunması</a:t>
                      </a:r>
                    </a:p>
                  </a:txBody>
                  <a:tcPr marL="91440" marR="91440" marT="45720" marB="45720">
                    <a:lnR w="9525">
                      <a:solidFill>
                        <a:srgbClr val="D8DFDA"/>
                      </a:solidFill>
                      <a:prstDash val="solid"/>
                    </a:lnR>
                    <a:lnB w="9525">
                      <a:solidFill>
                        <a:srgbClr val="D8DFDA"/>
                      </a:solidFill>
                      <a:prstDash val="solid"/>
                    </a:lnB>
                    <a:solidFill>
                      <a:srgbClr val="F5F4EF"/>
                    </a:solidFill>
                  </a:tcPr>
                </a:tc>
              </a:tr>
              <a:tr h="658813">
                <a:tc>
                  <a:txBody>
                    <a:bodyPr/>
                    <a:lstStyle/>
                    <a:p>
                      <a:r>
                        <a:rPr sz="1875" b="0">
                          <a:solidFill>
                            <a:srgbClr val="183C36"/>
                          </a:solidFill>
                          <a:latin typeface="Arial"/>
                          <a:ea typeface="Arial"/>
                          <a:cs typeface="Arial"/>
                        </a:rPr>
                        <a:t>Kullanım ve sınır durumları</a:t>
                      </a:r>
                    </a:p>
                  </a:txBody>
                  <a:tcPr marL="91440" marR="91440" marT="45720" marB="45720">
                    <a:lnL w="9525">
                      <a:solidFill>
                        <a:srgbClr val="D8DFDA"/>
                      </a:solidFill>
                      <a:prstDash val="solid"/>
                    </a:lnL>
                    <a:lnR w="9525">
                      <a:solidFill>
                        <a:srgbClr val="D8DFDA"/>
                      </a:solidFill>
                      <a:prstDash val="solid"/>
                    </a:lnR>
                    <a:lnB w="9525">
                      <a:solidFill>
                        <a:srgbClr val="D8DFDA"/>
                      </a:solidFill>
                      <a:prstDash val="solid"/>
                    </a:lnB>
                    <a:solidFill>
                      <a:srgbClr val="EBEFEA"/>
                    </a:solidFill>
                  </a:tcPr>
                </a:tc>
                <a:tc>
                  <a:txBody>
                    <a:bodyPr/>
                    <a:lstStyle/>
                    <a:p>
                      <a:r>
                        <a:rPr sz="1875" b="0">
                          <a:solidFill>
                            <a:srgbClr val="183C36"/>
                          </a:solidFill>
                          <a:latin typeface="Arial"/>
                          <a:ea typeface="Arial"/>
                          <a:cs typeface="Arial"/>
                        </a:rPr>
                        <a:t>20</a:t>
                      </a:r>
                    </a:p>
                  </a:txBody>
                  <a:tcPr marL="91440" marR="91440" marT="45720" marB="45720">
                    <a:lnR w="9525">
                      <a:solidFill>
                        <a:srgbClr val="D8DFDA"/>
                      </a:solidFill>
                      <a:prstDash val="solid"/>
                    </a:lnR>
                    <a:lnB w="9525">
                      <a:solidFill>
                        <a:srgbClr val="D8DFDA"/>
                      </a:solidFill>
                      <a:prstDash val="solid"/>
                    </a:lnB>
                    <a:solidFill>
                      <a:srgbClr val="EBEFEA"/>
                    </a:solidFill>
                  </a:tcPr>
                </a:tc>
                <a:tc>
                  <a:txBody>
                    <a:bodyPr/>
                    <a:lstStyle/>
                    <a:p>
                      <a:r>
                        <a:rPr sz="1875" b="0">
                          <a:solidFill>
                            <a:srgbClr val="183C36"/>
                          </a:solidFill>
                          <a:latin typeface="Arial"/>
                          <a:ea typeface="Arial"/>
                          <a:cs typeface="Arial"/>
                        </a:rPr>
                        <a:t>Kontrol sonuçları ve hata geri bildirimi</a:t>
                      </a:r>
                    </a:p>
                  </a:txBody>
                  <a:tcPr marL="91440" marR="91440" marT="45720" marB="45720">
                    <a:lnR w="9525">
                      <a:solidFill>
                        <a:srgbClr val="D8DFDA"/>
                      </a:solidFill>
                      <a:prstDash val="solid"/>
                    </a:lnR>
                    <a:lnB w="9525">
                      <a:solidFill>
                        <a:srgbClr val="D8DFDA"/>
                      </a:solidFill>
                      <a:prstDash val="solid"/>
                    </a:lnB>
                    <a:solidFill>
                      <a:srgbClr val="EBEFEA"/>
                    </a:solidFill>
                  </a:tcPr>
                </a:tc>
              </a:tr>
              <a:tr h="658813">
                <a:tc>
                  <a:txBody>
                    <a:bodyPr/>
                    <a:lstStyle/>
                    <a:p>
                      <a:r>
                        <a:rPr sz="1875" b="0">
                          <a:solidFill>
                            <a:srgbClr val="183C36"/>
                          </a:solidFill>
                          <a:latin typeface="Arial"/>
                          <a:ea typeface="Arial"/>
                          <a:cs typeface="Arial"/>
                        </a:rPr>
                        <a:t>Akış ve teslim düzeni</a:t>
                      </a:r>
                    </a:p>
                  </a:txBody>
                  <a:tcPr marL="91440" marR="91440" marT="45720" marB="45720">
                    <a:lnL w="9525">
                      <a:solidFill>
                        <a:srgbClr val="D8DFDA"/>
                      </a:solidFill>
                      <a:prstDash val="solid"/>
                    </a:lnL>
                    <a:lnR w="9525">
                      <a:solidFill>
                        <a:srgbClr val="D8DFDA"/>
                      </a:solidFill>
                      <a:prstDash val="solid"/>
                    </a:lnR>
                    <a:lnB w="9525">
                      <a:solidFill>
                        <a:srgbClr val="D8DFDA"/>
                      </a:solidFill>
                      <a:prstDash val="solid"/>
                    </a:lnB>
                    <a:solidFill>
                      <a:srgbClr val="F5F4EF"/>
                    </a:solidFill>
                  </a:tcPr>
                </a:tc>
                <a:tc>
                  <a:txBody>
                    <a:bodyPr/>
                    <a:lstStyle/>
                    <a:p>
                      <a:r>
                        <a:rPr sz="1875" b="0">
                          <a:solidFill>
                            <a:srgbClr val="183C36"/>
                          </a:solidFill>
                          <a:latin typeface="Arial"/>
                          <a:ea typeface="Arial"/>
                          <a:cs typeface="Arial"/>
                        </a:rPr>
                        <a:t>10</a:t>
                      </a:r>
                    </a:p>
                  </a:txBody>
                  <a:tcPr marL="91440" marR="91440" marT="45720" marB="45720">
                    <a:lnR w="9525">
                      <a:solidFill>
                        <a:srgbClr val="D8DFDA"/>
                      </a:solidFill>
                      <a:prstDash val="solid"/>
                    </a:lnR>
                    <a:lnB w="9525">
                      <a:solidFill>
                        <a:srgbClr val="D8DFDA"/>
                      </a:solidFill>
                      <a:prstDash val="solid"/>
                    </a:lnB>
                    <a:solidFill>
                      <a:srgbClr val="F5F4EF"/>
                    </a:solidFill>
                  </a:tcPr>
                </a:tc>
                <a:tc>
                  <a:txBody>
                    <a:bodyPr/>
                    <a:lstStyle/>
                    <a:p>
                      <a:r>
                        <a:rPr sz="1875" b="0">
                          <a:solidFill>
                            <a:srgbClr val="183C36"/>
                          </a:solidFill>
                          <a:latin typeface="Arial"/>
                          <a:ea typeface="Arial"/>
                          <a:cs typeface="Arial"/>
                        </a:rPr>
                        <a:t>Kodla tutarlı diyagram ve görev dosyası</a:t>
                      </a:r>
                    </a:p>
                  </a:txBody>
                  <a:tcPr marL="91440" marR="91440" marT="45720" marB="45720">
                    <a:lnR w="9525">
                      <a:solidFill>
                        <a:srgbClr val="D8DFDA"/>
                      </a:solidFill>
                      <a:prstDash val="solid"/>
                    </a:lnR>
                    <a:lnB w="9525">
                      <a:solidFill>
                        <a:srgbClr val="D8DFDA"/>
                      </a:solidFill>
                      <a:prstDash val="solid"/>
                    </a:lnB>
                    <a:solidFill>
                      <a:srgbClr val="F5F4EF"/>
                    </a:solidFill>
                  </a:tcPr>
                </a:tc>
              </a:tr>
              <a:tr h="658813">
                <a:tc>
                  <a:txBody>
                    <a:bodyPr/>
                    <a:lstStyle/>
                    <a:p>
                      <a:r>
                        <a:rPr sz="1875" b="0">
                          <a:solidFill>
                            <a:srgbClr val="183C36"/>
                          </a:solidFill>
                          <a:latin typeface="Arial"/>
                          <a:ea typeface="Arial"/>
                          <a:cs typeface="Arial"/>
                        </a:rPr>
                        <a:t>Bireysel anlama</a:t>
                      </a:r>
                    </a:p>
                  </a:txBody>
                  <a:tcPr marL="91440" marR="91440" marT="45720" marB="45720">
                    <a:lnL w="9525">
                      <a:solidFill>
                        <a:srgbClr val="D8DFDA"/>
                      </a:solidFill>
                      <a:prstDash val="solid"/>
                    </a:lnL>
                    <a:lnR w="9525">
                      <a:solidFill>
                        <a:srgbClr val="D8DFDA"/>
                      </a:solidFill>
                      <a:prstDash val="solid"/>
                    </a:lnR>
                    <a:lnB w="9525">
                      <a:solidFill>
                        <a:srgbClr val="D8DFDA"/>
                      </a:solidFill>
                      <a:prstDash val="solid"/>
                    </a:lnB>
                    <a:solidFill>
                      <a:srgbClr val="EBEFEA"/>
                    </a:solidFill>
                  </a:tcPr>
                </a:tc>
                <a:tc>
                  <a:txBody>
                    <a:bodyPr/>
                    <a:lstStyle/>
                    <a:p>
                      <a:r>
                        <a:rPr sz="1875" b="0">
                          <a:solidFill>
                            <a:srgbClr val="183C36"/>
                          </a:solidFill>
                          <a:latin typeface="Arial"/>
                          <a:ea typeface="Arial"/>
                          <a:cs typeface="Arial"/>
                        </a:rPr>
                        <a:t>30</a:t>
                      </a:r>
                    </a:p>
                  </a:txBody>
                  <a:tcPr marL="91440" marR="91440" marT="45720" marB="45720">
                    <a:lnR w="9525">
                      <a:solidFill>
                        <a:srgbClr val="D8DFDA"/>
                      </a:solidFill>
                      <a:prstDash val="solid"/>
                    </a:lnR>
                    <a:lnB w="9525">
                      <a:solidFill>
                        <a:srgbClr val="D8DFDA"/>
                      </a:solidFill>
                      <a:prstDash val="solid"/>
                    </a:lnB>
                    <a:solidFill>
                      <a:srgbClr val="EBEFEA"/>
                    </a:solidFill>
                  </a:tcPr>
                </a:tc>
                <a:tc>
                  <a:txBody>
                    <a:bodyPr/>
                    <a:lstStyle/>
                    <a:p>
                      <a:r>
                        <a:rPr sz="1875" b="0">
                          <a:solidFill>
                            <a:srgbClr val="183C36"/>
                          </a:solidFill>
                          <a:latin typeface="Arial"/>
                          <a:ea typeface="Arial"/>
                          <a:cs typeface="Arial"/>
                        </a:rPr>
                        <a:t>Kodu açıklama ve küçük değişiklik yapma</a:t>
                      </a:r>
                    </a:p>
                  </a:txBody>
                  <a:tcPr marL="91440" marR="91440" marT="45720" marB="45720">
                    <a:lnR w="9525">
                      <a:solidFill>
                        <a:srgbClr val="D8DFDA"/>
                      </a:solidFill>
                      <a:prstDash val="solid"/>
                    </a:lnR>
                    <a:lnB w="9525">
                      <a:solidFill>
                        <a:srgbClr val="D8DFDA"/>
                      </a:solidFill>
                      <a:prstDash val="solid"/>
                    </a:lnB>
                    <a:solidFill>
                      <a:srgbClr val="EBEFEA"/>
                    </a:solidFill>
                  </a:tcPr>
                </a:tc>
              </a:tr>
              <a:tr h="658813">
                <a:tc>
                  <a:txBody>
                    <a:bodyPr/>
                    <a:lstStyle/>
                    <a:p>
                      <a:r>
                        <a:rPr sz="1875" b="0">
                          <a:solidFill>
                            <a:srgbClr val="183C36"/>
                          </a:solidFill>
                          <a:latin typeface="Arial"/>
                          <a:ea typeface="Arial"/>
                          <a:cs typeface="Arial"/>
                        </a:rPr>
                        <a:t>Katılım</a:t>
                      </a:r>
                    </a:p>
                  </a:txBody>
                  <a:tcPr marL="91440" marR="91440" marT="45720" marB="45720">
                    <a:lnL w="9525">
                      <a:solidFill>
                        <a:srgbClr val="D8DFDA"/>
                      </a:solidFill>
                      <a:prstDash val="solid"/>
                    </a:lnL>
                    <a:lnR w="9525">
                      <a:solidFill>
                        <a:srgbClr val="D8DFDA"/>
                      </a:solidFill>
                      <a:prstDash val="solid"/>
                    </a:lnR>
                    <a:lnB w="9525">
                      <a:solidFill>
                        <a:srgbClr val="D8DFDA"/>
                      </a:solidFill>
                      <a:prstDash val="solid"/>
                    </a:lnB>
                    <a:solidFill>
                      <a:srgbClr val="F5F4EF"/>
                    </a:solidFill>
                  </a:tcPr>
                </a:tc>
                <a:tc>
                  <a:txBody>
                    <a:bodyPr/>
                    <a:lstStyle/>
                    <a:p>
                      <a:r>
                        <a:rPr sz="1875" b="0">
                          <a:solidFill>
                            <a:srgbClr val="183C36"/>
                          </a:solidFill>
                          <a:latin typeface="Arial"/>
                          <a:ea typeface="Arial"/>
                          <a:cs typeface="Arial"/>
                        </a:rPr>
                        <a:t>10</a:t>
                      </a:r>
                    </a:p>
                  </a:txBody>
                  <a:tcPr marL="91440" marR="91440" marT="45720" marB="45720">
                    <a:lnR w="9525">
                      <a:solidFill>
                        <a:srgbClr val="D8DFDA"/>
                      </a:solidFill>
                      <a:prstDash val="solid"/>
                    </a:lnR>
                    <a:lnB w="9525">
                      <a:solidFill>
                        <a:srgbClr val="D8DFDA"/>
                      </a:solidFill>
                      <a:prstDash val="solid"/>
                    </a:lnB>
                    <a:solidFill>
                      <a:srgbClr val="F5F4EF"/>
                    </a:solidFill>
                  </a:tcPr>
                </a:tc>
                <a:tc>
                  <a:txBody>
                    <a:bodyPr/>
                    <a:lstStyle/>
                    <a:p>
                      <a:r>
                        <a:rPr sz="1875" b="0">
                          <a:solidFill>
                            <a:srgbClr val="183C36"/>
                          </a:solidFill>
                          <a:latin typeface="Arial"/>
                          <a:ea typeface="Arial"/>
                          <a:cs typeface="Arial"/>
                        </a:rPr>
                        <a:t>Rol dönüşümü ve kişisel katkı kaydı</a:t>
                      </a:r>
                    </a:p>
                  </a:txBody>
                  <a:tcPr marL="91440" marR="91440" marT="45720" marB="45720">
                    <a:lnR w="9525">
                      <a:solidFill>
                        <a:srgbClr val="D8DFDA"/>
                      </a:solidFill>
                      <a:prstDash val="solid"/>
                    </a:lnR>
                    <a:lnB w="9525">
                      <a:solidFill>
                        <a:srgbClr val="D8DFDA"/>
                      </a:solidFill>
                      <a:prstDash val="solid"/>
                    </a:lnB>
                    <a:solidFill>
                      <a:srgbClr val="F5F4EF"/>
                    </a:solidFill>
                  </a:tcPr>
                </a:tc>
              </a:tr>
            </a:tbl>
          </a:graphicData>
        </a:graphic>
      </p:graphicFrame>
      <p:sp>
        <p:nvSpPr>
          <p:cNvPr id="4" name="Grup çalışması 60 puan, bireysel kanıt 4">
            <a:extLst xmlns:a="http://schemas.openxmlformats.org/drawingml/2006/main">
              <a:ext uri="{FF2B5EF4-FFF2-40B4-BE49-F238E27FC236}">
                <a16:creationId xmlns:a16="http://schemas.microsoft.com/office/drawing/2014/main" id="{878F9F05-4026-469B-AECB-41A940F242CC}"/>
              </a:ext>
            </a:extLst>
          </p:cNvPr>
          <p:cNvSpPr>
            <a:spLocks xmlns:a="http://schemas.openxmlformats.org/drawingml/2006/main" noGrp="1"/>
          </p:cNvSpPr>
          <p:nvPr/>
        </p:nvSpPr>
        <p:spPr>
          <a:xfrm xmlns:a="http://schemas.openxmlformats.org/drawingml/2006/main">
            <a:off x="609600" y="60483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46B61"/>
                </a:solidFill>
                <a:latin typeface="Arial"/>
                <a:ea typeface="Arial"/>
                <a:cs typeface="Arial"/>
              </a:defRPr>
            </a:defPPr>
            <a:lvl1pPr>
              <a:buNone/>
              <a:defRPr sz="1725" b="0">
                <a:solidFill>
                  <a:srgbClr val="146B61"/>
                </a:solidFill>
                <a:latin typeface="Arial"/>
                <a:ea typeface="Arial"/>
                <a:cs typeface="Arial"/>
              </a:defRPr>
            </a:lvl1pPr>
            <a:lvl2pPr>
              <a:buNone/>
              <a:defRPr sz="1725" b="0">
                <a:solidFill>
                  <a:srgbClr val="146B61"/>
                </a:solidFill>
                <a:latin typeface="Arial"/>
                <a:ea typeface="Arial"/>
                <a:cs typeface="Arial"/>
              </a:defRPr>
            </a:lvl2pPr>
            <a:lvl3pPr>
              <a:buNone/>
              <a:defRPr sz="1725" b="0">
                <a:solidFill>
                  <a:srgbClr val="146B61"/>
                </a:solidFill>
                <a:latin typeface="Arial"/>
                <a:ea typeface="Arial"/>
                <a:cs typeface="Arial"/>
              </a:defRPr>
            </a:lvl3pPr>
            <a:lvl4pPr>
              <a:buNone/>
              <a:defRPr sz="1725" b="0">
                <a:solidFill>
                  <a:srgbClr val="146B61"/>
                </a:solidFill>
                <a:latin typeface="Arial"/>
                <a:ea typeface="Arial"/>
                <a:cs typeface="Arial"/>
              </a:defRPr>
            </a:lvl4pPr>
            <a:lvl5pPr>
              <a:buNone/>
              <a:defRPr sz="1725" b="0">
                <a:solidFill>
                  <a:srgbClr val="146B61"/>
                </a:solidFill>
                <a:latin typeface="Arial"/>
                <a:ea typeface="Arial"/>
                <a:cs typeface="Arial"/>
              </a:defRPr>
            </a:lvl5pPr>
            <a:lvl6pPr>
              <a:buNone/>
              <a:defRPr sz="1725" b="0">
                <a:solidFill>
                  <a:srgbClr val="146B61"/>
                </a:solidFill>
                <a:latin typeface="Arial"/>
                <a:ea typeface="Arial"/>
                <a:cs typeface="Arial"/>
              </a:defRPr>
            </a:lvl6pPr>
            <a:lvl7pPr>
              <a:buNone/>
              <a:defRPr sz="1725" b="0">
                <a:solidFill>
                  <a:srgbClr val="146B61"/>
                </a:solidFill>
                <a:latin typeface="Arial"/>
                <a:ea typeface="Arial"/>
                <a:cs typeface="Arial"/>
              </a:defRPr>
            </a:lvl7pPr>
            <a:lvl8pPr>
              <a:buNone/>
              <a:defRPr sz="1725" b="0">
                <a:solidFill>
                  <a:srgbClr val="146B61"/>
                </a:solidFill>
                <a:latin typeface="Arial"/>
                <a:ea typeface="Arial"/>
                <a:cs typeface="Arial"/>
              </a:defRPr>
            </a:lvl8pPr>
            <a:lvl9pPr>
              <a:buNone/>
              <a:defRPr sz="1725" b="0">
                <a:solidFill>
                  <a:srgbClr val="146B61"/>
                </a:solidFill>
                <a:latin typeface="Arial"/>
                <a:ea typeface="Arial"/>
                <a:cs typeface="Arial"/>
              </a:defRPr>
            </a:lvl9pPr>
          </a:lstStyle>
          <a:p xmlns:a="http://schemas.openxmlformats.org/drawingml/2006/main">
            <a:pPr>
              <a:buNone/>
              <a:defRPr sz="1725" b="0">
                <a:solidFill>
                  <a:srgbClr val="146B61"/>
                </a:solidFill>
                <a:latin typeface="Arial"/>
                <a:ea typeface="Arial"/>
                <a:cs typeface="Arial"/>
              </a:defRPr>
            </a:pPr>
            <a:r>
              <a:rPr sz="1725" b="0">
                <a:solidFill>
                  <a:srgbClr val="146B61"/>
                </a:solidFill>
                <a:latin typeface="Arial"/>
                <a:ea typeface="Arial"/>
                <a:cs typeface="Arial"/>
              </a:rPr>
              <a:t>Grup çalışması 60 puan, bireysel kanıt 40 puan. Ek görev zorunlu değildir.</a:t>
            </a:r>
          </a:p>
        </p:txBody>
      </p:sp>
    </p:spTree>
    <p:extLst>
      <p:ext uri="{BB962C8B-B14F-4D97-AF65-F5344CB8AC3E}">
        <p14:creationId xmlns:p14="http://schemas.microsoft.com/office/powerpoint/2010/main" val="1541302303"/>
      </p:ext>
    </p:extLst>
  </p:cSld>
</p:sld>
</file>

<file path=ppt/slides/slide38.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Teknik başvuru kaynakları">
            <a:extLst xmlns:a="http://schemas.openxmlformats.org/drawingml/2006/main">
              <a:ext uri="{FF2B5EF4-FFF2-40B4-BE49-F238E27FC236}">
                <a16:creationId xmlns:a16="http://schemas.microsoft.com/office/drawing/2014/main" id="{CF234148-6F0D-43A7-9839-63AF2A498787}"/>
              </a:ext>
            </a:extLst>
          </p:cNvPr>
          <p:cNvSpPr>
            <a:spLocks xmlns:a="http://schemas.openxmlformats.org/drawingml/2006/main" noGrp="1"/>
          </p:cNvSpPr>
          <p:nvPr/>
        </p:nvSpPr>
        <p:spPr>
          <a:xfrm xmlns:a="http://schemas.openxmlformats.org/drawingml/2006/main">
            <a:off x="609600" y="781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E37"/>
                </a:solidFill>
                <a:latin typeface="Arial"/>
                <a:ea typeface="Arial"/>
                <a:cs typeface="Arial"/>
              </a:defRPr>
            </a:defPPr>
            <a:lvl1pPr>
              <a:buNone/>
              <a:defRPr sz="3225" b="1">
                <a:solidFill>
                  <a:srgbClr val="143E37"/>
                </a:solidFill>
                <a:latin typeface="Arial"/>
                <a:ea typeface="Arial"/>
                <a:cs typeface="Arial"/>
              </a:defRPr>
            </a:lvl1pPr>
            <a:lvl2pPr>
              <a:buNone/>
              <a:defRPr sz="3225" b="1">
                <a:solidFill>
                  <a:srgbClr val="143E37"/>
                </a:solidFill>
                <a:latin typeface="Arial"/>
                <a:ea typeface="Arial"/>
                <a:cs typeface="Arial"/>
              </a:defRPr>
            </a:lvl2pPr>
            <a:lvl3pPr>
              <a:buNone/>
              <a:defRPr sz="3225" b="1">
                <a:solidFill>
                  <a:srgbClr val="143E37"/>
                </a:solidFill>
                <a:latin typeface="Arial"/>
                <a:ea typeface="Arial"/>
                <a:cs typeface="Arial"/>
              </a:defRPr>
            </a:lvl3pPr>
            <a:lvl4pPr>
              <a:buNone/>
              <a:defRPr sz="3225" b="1">
                <a:solidFill>
                  <a:srgbClr val="143E37"/>
                </a:solidFill>
                <a:latin typeface="Arial"/>
                <a:ea typeface="Arial"/>
                <a:cs typeface="Arial"/>
              </a:defRPr>
            </a:lvl4pPr>
            <a:lvl5pPr>
              <a:buNone/>
              <a:defRPr sz="3225" b="1">
                <a:solidFill>
                  <a:srgbClr val="143E37"/>
                </a:solidFill>
                <a:latin typeface="Arial"/>
                <a:ea typeface="Arial"/>
                <a:cs typeface="Arial"/>
              </a:defRPr>
            </a:lvl5pPr>
            <a:lvl6pPr>
              <a:buNone/>
              <a:defRPr sz="3225" b="1">
                <a:solidFill>
                  <a:srgbClr val="143E37"/>
                </a:solidFill>
                <a:latin typeface="Arial"/>
                <a:ea typeface="Arial"/>
                <a:cs typeface="Arial"/>
              </a:defRPr>
            </a:lvl6pPr>
            <a:lvl7pPr>
              <a:buNone/>
              <a:defRPr sz="3225" b="1">
                <a:solidFill>
                  <a:srgbClr val="143E37"/>
                </a:solidFill>
                <a:latin typeface="Arial"/>
                <a:ea typeface="Arial"/>
                <a:cs typeface="Arial"/>
              </a:defRPr>
            </a:lvl7pPr>
            <a:lvl8pPr>
              <a:buNone/>
              <a:defRPr sz="3225" b="1">
                <a:solidFill>
                  <a:srgbClr val="143E37"/>
                </a:solidFill>
                <a:latin typeface="Arial"/>
                <a:ea typeface="Arial"/>
                <a:cs typeface="Arial"/>
              </a:defRPr>
            </a:lvl8pPr>
            <a:lvl9pPr>
              <a:buNone/>
              <a:defRPr sz="3225" b="1">
                <a:solidFill>
                  <a:srgbClr val="143E37"/>
                </a:solidFill>
                <a:latin typeface="Arial"/>
                <a:ea typeface="Arial"/>
                <a:cs typeface="Arial"/>
              </a:defRPr>
            </a:lvl9pPr>
          </a:lstStyle>
          <a:p xmlns:a="http://schemas.openxmlformats.org/drawingml/2006/main">
            <a:pPr>
              <a:buNone/>
              <a:defRPr sz="3225" b="1">
                <a:solidFill>
                  <a:srgbClr val="143E37"/>
                </a:solidFill>
                <a:latin typeface="Arial"/>
                <a:ea typeface="Arial"/>
                <a:cs typeface="Arial"/>
              </a:defRPr>
            </a:pPr>
            <a:r>
              <a:rPr sz="3225" b="1">
                <a:solidFill>
                  <a:srgbClr val="143E37"/>
                </a:solidFill>
                <a:latin typeface="Arial"/>
                <a:ea typeface="Arial"/>
                <a:cs typeface="Arial"/>
              </a:rPr>
              <a:t>Teknik başvuru kaynakları</a:t>
            </a:r>
          </a:p>
        </p:txBody>
      </p:sp>
      <p:sp>
        <p:nvSpPr>
          <p:cNvPr id="2" name="26">
            <a:extLst xmlns:a="http://schemas.openxmlformats.org/drawingml/2006/main">
              <a:ext uri="{FF2B5EF4-FFF2-40B4-BE49-F238E27FC236}">
                <a16:creationId xmlns:a16="http://schemas.microsoft.com/office/drawing/2014/main" id="{61AFDA22-41E2-408A-9B4C-687AC2668AF4}"/>
              </a:ext>
            </a:extLst>
          </p:cNvPr>
          <p:cNvSpPr>
            <a:spLocks xmlns:a="http://schemas.openxmlformats.org/drawingml/2006/main" noGrp="1"/>
          </p:cNvSpPr>
          <p:nvPr/>
        </p:nvSpPr>
        <p:spPr>
          <a:xfrm xmlns:a="http://schemas.openxmlformats.org/drawingml/2006/main">
            <a:off x="11201400" y="63531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71827B"/>
                </a:solidFill>
                <a:latin typeface="Arial"/>
                <a:ea typeface="Arial"/>
                <a:cs typeface="Arial"/>
              </a:defRPr>
            </a:defPPr>
            <a:lvl1pPr>
              <a:buNone/>
              <a:defRPr sz="1275" b="0">
                <a:solidFill>
                  <a:srgbClr val="71827B"/>
                </a:solidFill>
                <a:latin typeface="Arial"/>
                <a:ea typeface="Arial"/>
                <a:cs typeface="Arial"/>
              </a:defRPr>
            </a:lvl1pPr>
            <a:lvl2pPr>
              <a:buNone/>
              <a:defRPr sz="1275" b="0">
                <a:solidFill>
                  <a:srgbClr val="71827B"/>
                </a:solidFill>
                <a:latin typeface="Arial"/>
                <a:ea typeface="Arial"/>
                <a:cs typeface="Arial"/>
              </a:defRPr>
            </a:lvl2pPr>
            <a:lvl3pPr>
              <a:buNone/>
              <a:defRPr sz="1275" b="0">
                <a:solidFill>
                  <a:srgbClr val="71827B"/>
                </a:solidFill>
                <a:latin typeface="Arial"/>
                <a:ea typeface="Arial"/>
                <a:cs typeface="Arial"/>
              </a:defRPr>
            </a:lvl3pPr>
            <a:lvl4pPr>
              <a:buNone/>
              <a:defRPr sz="1275" b="0">
                <a:solidFill>
                  <a:srgbClr val="71827B"/>
                </a:solidFill>
                <a:latin typeface="Arial"/>
                <a:ea typeface="Arial"/>
                <a:cs typeface="Arial"/>
              </a:defRPr>
            </a:lvl4pPr>
            <a:lvl5pPr>
              <a:buNone/>
              <a:defRPr sz="1275" b="0">
                <a:solidFill>
                  <a:srgbClr val="71827B"/>
                </a:solidFill>
                <a:latin typeface="Arial"/>
                <a:ea typeface="Arial"/>
                <a:cs typeface="Arial"/>
              </a:defRPr>
            </a:lvl5pPr>
            <a:lvl6pPr>
              <a:buNone/>
              <a:defRPr sz="1275" b="0">
                <a:solidFill>
                  <a:srgbClr val="71827B"/>
                </a:solidFill>
                <a:latin typeface="Arial"/>
                <a:ea typeface="Arial"/>
                <a:cs typeface="Arial"/>
              </a:defRPr>
            </a:lvl6pPr>
            <a:lvl7pPr>
              <a:buNone/>
              <a:defRPr sz="1275" b="0">
                <a:solidFill>
                  <a:srgbClr val="71827B"/>
                </a:solidFill>
                <a:latin typeface="Arial"/>
                <a:ea typeface="Arial"/>
                <a:cs typeface="Arial"/>
              </a:defRPr>
            </a:lvl7pPr>
            <a:lvl8pPr>
              <a:buNone/>
              <a:defRPr sz="1275" b="0">
                <a:solidFill>
                  <a:srgbClr val="71827B"/>
                </a:solidFill>
                <a:latin typeface="Arial"/>
                <a:ea typeface="Arial"/>
                <a:cs typeface="Arial"/>
              </a:defRPr>
            </a:lvl8pPr>
            <a:lvl9pPr>
              <a:buNone/>
              <a:defRPr sz="1275" b="0">
                <a:solidFill>
                  <a:srgbClr val="71827B"/>
                </a:solidFill>
                <a:latin typeface="Arial"/>
                <a:ea typeface="Arial"/>
                <a:cs typeface="Arial"/>
              </a:defRPr>
            </a:lvl9pPr>
          </a:lstStyle>
          <a:p xmlns:a="http://schemas.openxmlformats.org/drawingml/2006/main">
            <a:pPr>
              <a:buNone/>
              <a:defRPr sz="1275" b="0">
                <a:solidFill>
                  <a:srgbClr val="71827B"/>
                </a:solidFill>
                <a:latin typeface="Arial"/>
                <a:ea typeface="Arial"/>
                <a:cs typeface="Arial"/>
              </a:defRPr>
            </a:pPr>
            <a:r>
              <a:rPr sz="1275" b="0">
                <a:solidFill>
                  <a:srgbClr val="71827B"/>
                </a:solidFill>
                <a:latin typeface="Arial"/>
                <a:ea typeface="Arial"/>
                <a:cs typeface="Arial"/>
              </a:rPr>
              <a:t>38</a:t>
            </a:r>
          </a:p>
        </p:txBody>
      </p:sp>
      <p:sp>
        <p:nvSpPr>
          <p:cNvPr id="3" name="ViewModel">
            <a:extLst xmlns:a="http://schemas.openxmlformats.org/drawingml/2006/main">
              <a:ext uri="{FF2B5EF4-FFF2-40B4-BE49-F238E27FC236}">
                <a16:creationId xmlns:a16="http://schemas.microsoft.com/office/drawing/2014/main" id="{CEDB5882-63F8-45D7-9C4D-D8F44C6D0AD1}"/>
              </a:ext>
            </a:extLst>
          </p:cNvPr>
          <p:cNvSpPr>
            <a:spLocks xmlns:a="http://schemas.openxmlformats.org/drawingml/2006/main" noGrp="1"/>
          </p:cNvSpPr>
          <p:nvPr/>
        </p:nvSpPr>
        <p:spPr>
          <a:xfrm xmlns:a="http://schemas.openxmlformats.org/drawingml/2006/main">
            <a:off x="609600" y="180975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6B61"/>
                </a:solidFill>
                <a:latin typeface="Arial"/>
                <a:ea typeface="Arial"/>
                <a:cs typeface="Arial"/>
              </a:defRPr>
            </a:defPPr>
            <a:lvl1pPr>
              <a:buNone/>
              <a:defRPr sz="2100" b="1">
                <a:solidFill>
                  <a:srgbClr val="146B61"/>
                </a:solidFill>
                <a:latin typeface="Arial"/>
                <a:ea typeface="Arial"/>
                <a:cs typeface="Arial"/>
              </a:defRPr>
            </a:lvl1pPr>
            <a:lvl2pPr>
              <a:buNone/>
              <a:defRPr sz="2100" b="1">
                <a:solidFill>
                  <a:srgbClr val="146B61"/>
                </a:solidFill>
                <a:latin typeface="Arial"/>
                <a:ea typeface="Arial"/>
                <a:cs typeface="Arial"/>
              </a:defRPr>
            </a:lvl2pPr>
            <a:lvl3pPr>
              <a:buNone/>
              <a:defRPr sz="2100" b="1">
                <a:solidFill>
                  <a:srgbClr val="146B61"/>
                </a:solidFill>
                <a:latin typeface="Arial"/>
                <a:ea typeface="Arial"/>
                <a:cs typeface="Arial"/>
              </a:defRPr>
            </a:lvl3pPr>
            <a:lvl4pPr>
              <a:buNone/>
              <a:defRPr sz="2100" b="1">
                <a:solidFill>
                  <a:srgbClr val="146B61"/>
                </a:solidFill>
                <a:latin typeface="Arial"/>
                <a:ea typeface="Arial"/>
                <a:cs typeface="Arial"/>
              </a:defRPr>
            </a:lvl4pPr>
            <a:lvl5pPr>
              <a:buNone/>
              <a:defRPr sz="2100" b="1">
                <a:solidFill>
                  <a:srgbClr val="146B61"/>
                </a:solidFill>
                <a:latin typeface="Arial"/>
                <a:ea typeface="Arial"/>
                <a:cs typeface="Arial"/>
              </a:defRPr>
            </a:lvl5pPr>
            <a:lvl6pPr>
              <a:buNone/>
              <a:defRPr sz="2100" b="1">
                <a:solidFill>
                  <a:srgbClr val="146B61"/>
                </a:solidFill>
                <a:latin typeface="Arial"/>
                <a:ea typeface="Arial"/>
                <a:cs typeface="Arial"/>
              </a:defRPr>
            </a:lvl6pPr>
            <a:lvl7pPr>
              <a:buNone/>
              <a:defRPr sz="2100" b="1">
                <a:solidFill>
                  <a:srgbClr val="146B61"/>
                </a:solidFill>
                <a:latin typeface="Arial"/>
                <a:ea typeface="Arial"/>
                <a:cs typeface="Arial"/>
              </a:defRPr>
            </a:lvl7pPr>
            <a:lvl8pPr>
              <a:buNone/>
              <a:defRPr sz="2100" b="1">
                <a:solidFill>
                  <a:srgbClr val="146B61"/>
                </a:solidFill>
                <a:latin typeface="Arial"/>
                <a:ea typeface="Arial"/>
                <a:cs typeface="Arial"/>
              </a:defRPr>
            </a:lvl8pPr>
            <a:lvl9pPr>
              <a:buNone/>
              <a:defRPr sz="2100" b="1">
                <a:solidFill>
                  <a:srgbClr val="146B61"/>
                </a:solidFill>
                <a:latin typeface="Arial"/>
                <a:ea typeface="Arial"/>
                <a:cs typeface="Arial"/>
              </a:defRPr>
            </a:lvl9pPr>
          </a:lstStyle>
          <a:p xmlns:a="http://schemas.openxmlformats.org/drawingml/2006/main">
            <a:pPr>
              <a:buNone/>
              <a:defRPr sz="2100" b="1">
                <a:solidFill>
                  <a:srgbClr val="146B61"/>
                </a:solidFill>
                <a:latin typeface="Arial"/>
                <a:ea typeface="Arial"/>
                <a:cs typeface="Arial"/>
              </a:defRPr>
            </a:pPr>
            <a:r>
              <a:rPr sz="2100" b="1">
                <a:solidFill>
                  <a:srgbClr val="146B61"/>
                </a:solidFill>
                <a:latin typeface="Arial"/>
                <a:ea typeface="Arial"/>
                <a:cs typeface="Arial"/>
              </a:rPr>
              <a:t>ViewModel</a:t>
            </a:r>
          </a:p>
        </p:txBody>
      </p:sp>
      <p:sp>
        <p:nvSpPr>
          <p:cNvPr id="4" name="developer.android.com/topic/libraries/ar">
            <a:extLst xmlns:a="http://schemas.openxmlformats.org/drawingml/2006/main">
              <a:ext uri="{FF2B5EF4-FFF2-40B4-BE49-F238E27FC236}">
                <a16:creationId xmlns:a16="http://schemas.microsoft.com/office/drawing/2014/main" id="{0032F5F1-FC36-4378-89A5-264079E70E3C}"/>
              </a:ext>
            </a:extLst>
          </p:cNvPr>
          <p:cNvSpPr>
            <a:spLocks xmlns:a="http://schemas.openxmlformats.org/drawingml/2006/main" noGrp="1"/>
          </p:cNvSpPr>
          <p:nvPr/>
        </p:nvSpPr>
        <p:spPr>
          <a:xfrm xmlns:a="http://schemas.openxmlformats.org/drawingml/2006/main">
            <a:off x="609600" y="22098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85B50"/>
                </a:solidFill>
                <a:latin typeface="Arial"/>
                <a:ea typeface="Arial"/>
                <a:cs typeface="Arial"/>
              </a:defRPr>
            </a:defPPr>
            <a:lvl1pPr>
              <a:buNone/>
              <a:defRPr sz="1725" b="0">
                <a:solidFill>
                  <a:srgbClr val="385B50"/>
                </a:solidFill>
                <a:latin typeface="Arial"/>
                <a:ea typeface="Arial"/>
                <a:cs typeface="Arial"/>
              </a:defRPr>
            </a:lvl1pPr>
            <a:lvl2pPr>
              <a:buNone/>
              <a:defRPr sz="1725" b="0">
                <a:solidFill>
                  <a:srgbClr val="385B50"/>
                </a:solidFill>
                <a:latin typeface="Arial"/>
                <a:ea typeface="Arial"/>
                <a:cs typeface="Arial"/>
              </a:defRPr>
            </a:lvl2pPr>
            <a:lvl3pPr>
              <a:buNone/>
              <a:defRPr sz="1725" b="0">
                <a:solidFill>
                  <a:srgbClr val="385B50"/>
                </a:solidFill>
                <a:latin typeface="Arial"/>
                <a:ea typeface="Arial"/>
                <a:cs typeface="Arial"/>
              </a:defRPr>
            </a:lvl3pPr>
            <a:lvl4pPr>
              <a:buNone/>
              <a:defRPr sz="1725" b="0">
                <a:solidFill>
                  <a:srgbClr val="385B50"/>
                </a:solidFill>
                <a:latin typeface="Arial"/>
                <a:ea typeface="Arial"/>
                <a:cs typeface="Arial"/>
              </a:defRPr>
            </a:lvl4pPr>
            <a:lvl5pPr>
              <a:buNone/>
              <a:defRPr sz="1725" b="0">
                <a:solidFill>
                  <a:srgbClr val="385B50"/>
                </a:solidFill>
                <a:latin typeface="Arial"/>
                <a:ea typeface="Arial"/>
                <a:cs typeface="Arial"/>
              </a:defRPr>
            </a:lvl5pPr>
            <a:lvl6pPr>
              <a:buNone/>
              <a:defRPr sz="1725" b="0">
                <a:solidFill>
                  <a:srgbClr val="385B50"/>
                </a:solidFill>
                <a:latin typeface="Arial"/>
                <a:ea typeface="Arial"/>
                <a:cs typeface="Arial"/>
              </a:defRPr>
            </a:lvl6pPr>
            <a:lvl7pPr>
              <a:buNone/>
              <a:defRPr sz="1725" b="0">
                <a:solidFill>
                  <a:srgbClr val="385B50"/>
                </a:solidFill>
                <a:latin typeface="Arial"/>
                <a:ea typeface="Arial"/>
                <a:cs typeface="Arial"/>
              </a:defRPr>
            </a:lvl7pPr>
            <a:lvl8pPr>
              <a:buNone/>
              <a:defRPr sz="1725" b="0">
                <a:solidFill>
                  <a:srgbClr val="385B50"/>
                </a:solidFill>
                <a:latin typeface="Arial"/>
                <a:ea typeface="Arial"/>
                <a:cs typeface="Arial"/>
              </a:defRPr>
            </a:lvl8pPr>
            <a:lvl9pPr>
              <a:buNone/>
              <a:defRPr sz="1725" b="0">
                <a:solidFill>
                  <a:srgbClr val="385B50"/>
                </a:solidFill>
                <a:latin typeface="Arial"/>
                <a:ea typeface="Arial"/>
                <a:cs typeface="Arial"/>
              </a:defRPr>
            </a:lvl9pPr>
          </a:lstStyle>
          <a:p xmlns:a="http://schemas.openxmlformats.org/drawingml/2006/main">
            <a:pPr>
              <a:buNone/>
              <a:defRPr sz="1725" b="0">
                <a:solidFill>
                  <a:srgbClr val="385B50"/>
                </a:solidFill>
                <a:latin typeface="Arial"/>
                <a:ea typeface="Arial"/>
                <a:cs typeface="Arial"/>
              </a:defRPr>
            </a:pPr>
            <a:r>
              <a:rPr sz="1725" b="0">
                <a:solidFill>
                  <a:srgbClr val="385B50"/>
                </a:solidFill>
                <a:latin typeface="Arial"/>
                <a:ea typeface="Arial"/>
                <a:cs typeface="Arial"/>
              </a:rPr>
              <a:t>developer.android.com/topic/libraries/architecture/viewmodel</a:t>
            </a:r>
          </a:p>
        </p:txBody>
      </p:sp>
      <p:sp>
        <p:nvSpPr>
          <p:cNvPr id="5" name="Fragment iletişimi">
            <a:extLst xmlns:a="http://schemas.openxmlformats.org/drawingml/2006/main">
              <a:ext uri="{FF2B5EF4-FFF2-40B4-BE49-F238E27FC236}">
                <a16:creationId xmlns:a16="http://schemas.microsoft.com/office/drawing/2014/main" id="{B173198F-4DEA-4B76-82C5-1CEAD82B8F40}"/>
              </a:ext>
            </a:extLst>
          </p:cNvPr>
          <p:cNvSpPr>
            <a:spLocks xmlns:a="http://schemas.openxmlformats.org/drawingml/2006/main" noGrp="1"/>
          </p:cNvSpPr>
          <p:nvPr/>
        </p:nvSpPr>
        <p:spPr>
          <a:xfrm xmlns:a="http://schemas.openxmlformats.org/drawingml/2006/main">
            <a:off x="609600" y="280035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6B61"/>
                </a:solidFill>
                <a:latin typeface="Arial"/>
                <a:ea typeface="Arial"/>
                <a:cs typeface="Arial"/>
              </a:defRPr>
            </a:defPPr>
            <a:lvl1pPr>
              <a:buNone/>
              <a:defRPr sz="2100" b="1">
                <a:solidFill>
                  <a:srgbClr val="146B61"/>
                </a:solidFill>
                <a:latin typeface="Arial"/>
                <a:ea typeface="Arial"/>
                <a:cs typeface="Arial"/>
              </a:defRPr>
            </a:lvl1pPr>
            <a:lvl2pPr>
              <a:buNone/>
              <a:defRPr sz="2100" b="1">
                <a:solidFill>
                  <a:srgbClr val="146B61"/>
                </a:solidFill>
                <a:latin typeface="Arial"/>
                <a:ea typeface="Arial"/>
                <a:cs typeface="Arial"/>
              </a:defRPr>
            </a:lvl2pPr>
            <a:lvl3pPr>
              <a:buNone/>
              <a:defRPr sz="2100" b="1">
                <a:solidFill>
                  <a:srgbClr val="146B61"/>
                </a:solidFill>
                <a:latin typeface="Arial"/>
                <a:ea typeface="Arial"/>
                <a:cs typeface="Arial"/>
              </a:defRPr>
            </a:lvl3pPr>
            <a:lvl4pPr>
              <a:buNone/>
              <a:defRPr sz="2100" b="1">
                <a:solidFill>
                  <a:srgbClr val="146B61"/>
                </a:solidFill>
                <a:latin typeface="Arial"/>
                <a:ea typeface="Arial"/>
                <a:cs typeface="Arial"/>
              </a:defRPr>
            </a:lvl4pPr>
            <a:lvl5pPr>
              <a:buNone/>
              <a:defRPr sz="2100" b="1">
                <a:solidFill>
                  <a:srgbClr val="146B61"/>
                </a:solidFill>
                <a:latin typeface="Arial"/>
                <a:ea typeface="Arial"/>
                <a:cs typeface="Arial"/>
              </a:defRPr>
            </a:lvl5pPr>
            <a:lvl6pPr>
              <a:buNone/>
              <a:defRPr sz="2100" b="1">
                <a:solidFill>
                  <a:srgbClr val="146B61"/>
                </a:solidFill>
                <a:latin typeface="Arial"/>
                <a:ea typeface="Arial"/>
                <a:cs typeface="Arial"/>
              </a:defRPr>
            </a:lvl6pPr>
            <a:lvl7pPr>
              <a:buNone/>
              <a:defRPr sz="2100" b="1">
                <a:solidFill>
                  <a:srgbClr val="146B61"/>
                </a:solidFill>
                <a:latin typeface="Arial"/>
                <a:ea typeface="Arial"/>
                <a:cs typeface="Arial"/>
              </a:defRPr>
            </a:lvl7pPr>
            <a:lvl8pPr>
              <a:buNone/>
              <a:defRPr sz="2100" b="1">
                <a:solidFill>
                  <a:srgbClr val="146B61"/>
                </a:solidFill>
                <a:latin typeface="Arial"/>
                <a:ea typeface="Arial"/>
                <a:cs typeface="Arial"/>
              </a:defRPr>
            </a:lvl8pPr>
            <a:lvl9pPr>
              <a:buNone/>
              <a:defRPr sz="2100" b="1">
                <a:solidFill>
                  <a:srgbClr val="146B61"/>
                </a:solidFill>
                <a:latin typeface="Arial"/>
                <a:ea typeface="Arial"/>
                <a:cs typeface="Arial"/>
              </a:defRPr>
            </a:lvl9pPr>
          </a:lstStyle>
          <a:p xmlns:a="http://schemas.openxmlformats.org/drawingml/2006/main">
            <a:pPr>
              <a:buNone/>
              <a:defRPr sz="2100" b="1">
                <a:solidFill>
                  <a:srgbClr val="146B61"/>
                </a:solidFill>
                <a:latin typeface="Arial"/>
                <a:ea typeface="Arial"/>
                <a:cs typeface="Arial"/>
              </a:defRPr>
            </a:pPr>
            <a:r>
              <a:rPr sz="2100" b="1">
                <a:solidFill>
                  <a:srgbClr val="146B61"/>
                </a:solidFill>
                <a:latin typeface="Arial"/>
                <a:ea typeface="Arial"/>
                <a:cs typeface="Arial"/>
              </a:rPr>
              <a:t>Fragment iletişimi</a:t>
            </a:r>
          </a:p>
        </p:txBody>
      </p:sp>
      <p:sp>
        <p:nvSpPr>
          <p:cNvPr id="6" name="developer.android.com/guide/fragments/co">
            <a:extLst xmlns:a="http://schemas.openxmlformats.org/drawingml/2006/main">
              <a:ext uri="{FF2B5EF4-FFF2-40B4-BE49-F238E27FC236}">
                <a16:creationId xmlns:a16="http://schemas.microsoft.com/office/drawing/2014/main" id="{1A000A3F-AEAC-4A5B-9888-2310C72EC448}"/>
              </a:ext>
            </a:extLst>
          </p:cNvPr>
          <p:cNvSpPr>
            <a:spLocks xmlns:a="http://schemas.openxmlformats.org/drawingml/2006/main" noGrp="1"/>
          </p:cNvSpPr>
          <p:nvPr/>
        </p:nvSpPr>
        <p:spPr>
          <a:xfrm xmlns:a="http://schemas.openxmlformats.org/drawingml/2006/main">
            <a:off x="609600" y="32004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85B50"/>
                </a:solidFill>
                <a:latin typeface="Arial"/>
                <a:ea typeface="Arial"/>
                <a:cs typeface="Arial"/>
              </a:defRPr>
            </a:defPPr>
            <a:lvl1pPr>
              <a:buNone/>
              <a:defRPr sz="1725" b="0">
                <a:solidFill>
                  <a:srgbClr val="385B50"/>
                </a:solidFill>
                <a:latin typeface="Arial"/>
                <a:ea typeface="Arial"/>
                <a:cs typeface="Arial"/>
              </a:defRPr>
            </a:lvl1pPr>
            <a:lvl2pPr>
              <a:buNone/>
              <a:defRPr sz="1725" b="0">
                <a:solidFill>
                  <a:srgbClr val="385B50"/>
                </a:solidFill>
                <a:latin typeface="Arial"/>
                <a:ea typeface="Arial"/>
                <a:cs typeface="Arial"/>
              </a:defRPr>
            </a:lvl2pPr>
            <a:lvl3pPr>
              <a:buNone/>
              <a:defRPr sz="1725" b="0">
                <a:solidFill>
                  <a:srgbClr val="385B50"/>
                </a:solidFill>
                <a:latin typeface="Arial"/>
                <a:ea typeface="Arial"/>
                <a:cs typeface="Arial"/>
              </a:defRPr>
            </a:lvl3pPr>
            <a:lvl4pPr>
              <a:buNone/>
              <a:defRPr sz="1725" b="0">
                <a:solidFill>
                  <a:srgbClr val="385B50"/>
                </a:solidFill>
                <a:latin typeface="Arial"/>
                <a:ea typeface="Arial"/>
                <a:cs typeface="Arial"/>
              </a:defRPr>
            </a:lvl4pPr>
            <a:lvl5pPr>
              <a:buNone/>
              <a:defRPr sz="1725" b="0">
                <a:solidFill>
                  <a:srgbClr val="385B50"/>
                </a:solidFill>
                <a:latin typeface="Arial"/>
                <a:ea typeface="Arial"/>
                <a:cs typeface="Arial"/>
              </a:defRPr>
            </a:lvl5pPr>
            <a:lvl6pPr>
              <a:buNone/>
              <a:defRPr sz="1725" b="0">
                <a:solidFill>
                  <a:srgbClr val="385B50"/>
                </a:solidFill>
                <a:latin typeface="Arial"/>
                <a:ea typeface="Arial"/>
                <a:cs typeface="Arial"/>
              </a:defRPr>
            </a:lvl6pPr>
            <a:lvl7pPr>
              <a:buNone/>
              <a:defRPr sz="1725" b="0">
                <a:solidFill>
                  <a:srgbClr val="385B50"/>
                </a:solidFill>
                <a:latin typeface="Arial"/>
                <a:ea typeface="Arial"/>
                <a:cs typeface="Arial"/>
              </a:defRPr>
            </a:lvl7pPr>
            <a:lvl8pPr>
              <a:buNone/>
              <a:defRPr sz="1725" b="0">
                <a:solidFill>
                  <a:srgbClr val="385B50"/>
                </a:solidFill>
                <a:latin typeface="Arial"/>
                <a:ea typeface="Arial"/>
                <a:cs typeface="Arial"/>
              </a:defRPr>
            </a:lvl8pPr>
            <a:lvl9pPr>
              <a:buNone/>
              <a:defRPr sz="1725" b="0">
                <a:solidFill>
                  <a:srgbClr val="385B50"/>
                </a:solidFill>
                <a:latin typeface="Arial"/>
                <a:ea typeface="Arial"/>
                <a:cs typeface="Arial"/>
              </a:defRPr>
            </a:lvl9pPr>
          </a:lstStyle>
          <a:p xmlns:a="http://schemas.openxmlformats.org/drawingml/2006/main">
            <a:pPr>
              <a:buNone/>
              <a:defRPr sz="1725" b="0">
                <a:solidFill>
                  <a:srgbClr val="385B50"/>
                </a:solidFill>
                <a:latin typeface="Arial"/>
                <a:ea typeface="Arial"/>
                <a:cs typeface="Arial"/>
              </a:defRPr>
            </a:pPr>
            <a:r>
              <a:rPr sz="1725" b="0">
                <a:solidFill>
                  <a:srgbClr val="385B50"/>
                </a:solidFill>
                <a:latin typeface="Arial"/>
                <a:ea typeface="Arial"/>
                <a:cs typeface="Arial"/>
              </a:rPr>
              <a:t>developer.android.com/guide/fragments/communicate</a:t>
            </a:r>
          </a:p>
        </p:txBody>
      </p:sp>
      <p:sp>
        <p:nvSpPr>
          <p:cNvPr id="7" name="Fragment içinde ViewBinding">
            <a:extLst xmlns:a="http://schemas.openxmlformats.org/drawingml/2006/main">
              <a:ext uri="{FF2B5EF4-FFF2-40B4-BE49-F238E27FC236}">
                <a16:creationId xmlns:a16="http://schemas.microsoft.com/office/drawing/2014/main" id="{9C608943-81D5-4145-AD3C-0B71A203E60D}"/>
              </a:ext>
            </a:extLst>
          </p:cNvPr>
          <p:cNvSpPr>
            <a:spLocks xmlns:a="http://schemas.openxmlformats.org/drawingml/2006/main" noGrp="1"/>
          </p:cNvSpPr>
          <p:nvPr/>
        </p:nvSpPr>
        <p:spPr>
          <a:xfrm xmlns:a="http://schemas.openxmlformats.org/drawingml/2006/main">
            <a:off x="609600" y="379095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6B61"/>
                </a:solidFill>
                <a:latin typeface="Arial"/>
                <a:ea typeface="Arial"/>
                <a:cs typeface="Arial"/>
              </a:defRPr>
            </a:defPPr>
            <a:lvl1pPr>
              <a:buNone/>
              <a:defRPr sz="2100" b="1">
                <a:solidFill>
                  <a:srgbClr val="146B61"/>
                </a:solidFill>
                <a:latin typeface="Arial"/>
                <a:ea typeface="Arial"/>
                <a:cs typeface="Arial"/>
              </a:defRPr>
            </a:lvl1pPr>
            <a:lvl2pPr>
              <a:buNone/>
              <a:defRPr sz="2100" b="1">
                <a:solidFill>
                  <a:srgbClr val="146B61"/>
                </a:solidFill>
                <a:latin typeface="Arial"/>
                <a:ea typeface="Arial"/>
                <a:cs typeface="Arial"/>
              </a:defRPr>
            </a:lvl2pPr>
            <a:lvl3pPr>
              <a:buNone/>
              <a:defRPr sz="2100" b="1">
                <a:solidFill>
                  <a:srgbClr val="146B61"/>
                </a:solidFill>
                <a:latin typeface="Arial"/>
                <a:ea typeface="Arial"/>
                <a:cs typeface="Arial"/>
              </a:defRPr>
            </a:lvl3pPr>
            <a:lvl4pPr>
              <a:buNone/>
              <a:defRPr sz="2100" b="1">
                <a:solidFill>
                  <a:srgbClr val="146B61"/>
                </a:solidFill>
                <a:latin typeface="Arial"/>
                <a:ea typeface="Arial"/>
                <a:cs typeface="Arial"/>
              </a:defRPr>
            </a:lvl4pPr>
            <a:lvl5pPr>
              <a:buNone/>
              <a:defRPr sz="2100" b="1">
                <a:solidFill>
                  <a:srgbClr val="146B61"/>
                </a:solidFill>
                <a:latin typeface="Arial"/>
                <a:ea typeface="Arial"/>
                <a:cs typeface="Arial"/>
              </a:defRPr>
            </a:lvl5pPr>
            <a:lvl6pPr>
              <a:buNone/>
              <a:defRPr sz="2100" b="1">
                <a:solidFill>
                  <a:srgbClr val="146B61"/>
                </a:solidFill>
                <a:latin typeface="Arial"/>
                <a:ea typeface="Arial"/>
                <a:cs typeface="Arial"/>
              </a:defRPr>
            </a:lvl6pPr>
            <a:lvl7pPr>
              <a:buNone/>
              <a:defRPr sz="2100" b="1">
                <a:solidFill>
                  <a:srgbClr val="146B61"/>
                </a:solidFill>
                <a:latin typeface="Arial"/>
                <a:ea typeface="Arial"/>
                <a:cs typeface="Arial"/>
              </a:defRPr>
            </a:lvl7pPr>
            <a:lvl8pPr>
              <a:buNone/>
              <a:defRPr sz="2100" b="1">
                <a:solidFill>
                  <a:srgbClr val="146B61"/>
                </a:solidFill>
                <a:latin typeface="Arial"/>
                <a:ea typeface="Arial"/>
                <a:cs typeface="Arial"/>
              </a:defRPr>
            </a:lvl8pPr>
            <a:lvl9pPr>
              <a:buNone/>
              <a:defRPr sz="2100" b="1">
                <a:solidFill>
                  <a:srgbClr val="146B61"/>
                </a:solidFill>
                <a:latin typeface="Arial"/>
                <a:ea typeface="Arial"/>
                <a:cs typeface="Arial"/>
              </a:defRPr>
            </a:lvl9pPr>
          </a:lstStyle>
          <a:p xmlns:a="http://schemas.openxmlformats.org/drawingml/2006/main">
            <a:pPr>
              <a:buNone/>
              <a:defRPr sz="2100" b="1">
                <a:solidFill>
                  <a:srgbClr val="146B61"/>
                </a:solidFill>
                <a:latin typeface="Arial"/>
                <a:ea typeface="Arial"/>
                <a:cs typeface="Arial"/>
              </a:defRPr>
            </a:pPr>
            <a:r>
              <a:rPr sz="2100" b="1">
                <a:solidFill>
                  <a:srgbClr val="146B61"/>
                </a:solidFill>
                <a:latin typeface="Arial"/>
                <a:ea typeface="Arial"/>
                <a:cs typeface="Arial"/>
              </a:rPr>
              <a:t>Fragment içinde ViewBinding</a:t>
            </a:r>
          </a:p>
        </p:txBody>
      </p:sp>
      <p:sp>
        <p:nvSpPr>
          <p:cNvPr id="8" name="developer.android.com/topic/libraries/vi">
            <a:extLst xmlns:a="http://schemas.openxmlformats.org/drawingml/2006/main">
              <a:ext uri="{FF2B5EF4-FFF2-40B4-BE49-F238E27FC236}">
                <a16:creationId xmlns:a16="http://schemas.microsoft.com/office/drawing/2014/main" id="{FDEE04C7-8CAB-4998-BD9B-514A08B489E8}"/>
              </a:ext>
            </a:extLst>
          </p:cNvPr>
          <p:cNvSpPr>
            <a:spLocks xmlns:a="http://schemas.openxmlformats.org/drawingml/2006/main" noGrp="1"/>
          </p:cNvSpPr>
          <p:nvPr/>
        </p:nvSpPr>
        <p:spPr>
          <a:xfrm xmlns:a="http://schemas.openxmlformats.org/drawingml/2006/main">
            <a:off x="609600" y="41910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85B50"/>
                </a:solidFill>
                <a:latin typeface="Arial"/>
                <a:ea typeface="Arial"/>
                <a:cs typeface="Arial"/>
              </a:defRPr>
            </a:defPPr>
            <a:lvl1pPr>
              <a:buNone/>
              <a:defRPr sz="1725" b="0">
                <a:solidFill>
                  <a:srgbClr val="385B50"/>
                </a:solidFill>
                <a:latin typeface="Arial"/>
                <a:ea typeface="Arial"/>
                <a:cs typeface="Arial"/>
              </a:defRPr>
            </a:lvl1pPr>
            <a:lvl2pPr>
              <a:buNone/>
              <a:defRPr sz="1725" b="0">
                <a:solidFill>
                  <a:srgbClr val="385B50"/>
                </a:solidFill>
                <a:latin typeface="Arial"/>
                <a:ea typeface="Arial"/>
                <a:cs typeface="Arial"/>
              </a:defRPr>
            </a:lvl2pPr>
            <a:lvl3pPr>
              <a:buNone/>
              <a:defRPr sz="1725" b="0">
                <a:solidFill>
                  <a:srgbClr val="385B50"/>
                </a:solidFill>
                <a:latin typeface="Arial"/>
                <a:ea typeface="Arial"/>
                <a:cs typeface="Arial"/>
              </a:defRPr>
            </a:lvl3pPr>
            <a:lvl4pPr>
              <a:buNone/>
              <a:defRPr sz="1725" b="0">
                <a:solidFill>
                  <a:srgbClr val="385B50"/>
                </a:solidFill>
                <a:latin typeface="Arial"/>
                <a:ea typeface="Arial"/>
                <a:cs typeface="Arial"/>
              </a:defRPr>
            </a:lvl4pPr>
            <a:lvl5pPr>
              <a:buNone/>
              <a:defRPr sz="1725" b="0">
                <a:solidFill>
                  <a:srgbClr val="385B50"/>
                </a:solidFill>
                <a:latin typeface="Arial"/>
                <a:ea typeface="Arial"/>
                <a:cs typeface="Arial"/>
              </a:defRPr>
            </a:lvl5pPr>
            <a:lvl6pPr>
              <a:buNone/>
              <a:defRPr sz="1725" b="0">
                <a:solidFill>
                  <a:srgbClr val="385B50"/>
                </a:solidFill>
                <a:latin typeface="Arial"/>
                <a:ea typeface="Arial"/>
                <a:cs typeface="Arial"/>
              </a:defRPr>
            </a:lvl6pPr>
            <a:lvl7pPr>
              <a:buNone/>
              <a:defRPr sz="1725" b="0">
                <a:solidFill>
                  <a:srgbClr val="385B50"/>
                </a:solidFill>
                <a:latin typeface="Arial"/>
                <a:ea typeface="Arial"/>
                <a:cs typeface="Arial"/>
              </a:defRPr>
            </a:lvl7pPr>
            <a:lvl8pPr>
              <a:buNone/>
              <a:defRPr sz="1725" b="0">
                <a:solidFill>
                  <a:srgbClr val="385B50"/>
                </a:solidFill>
                <a:latin typeface="Arial"/>
                <a:ea typeface="Arial"/>
                <a:cs typeface="Arial"/>
              </a:defRPr>
            </a:lvl8pPr>
            <a:lvl9pPr>
              <a:buNone/>
              <a:defRPr sz="1725" b="0">
                <a:solidFill>
                  <a:srgbClr val="385B50"/>
                </a:solidFill>
                <a:latin typeface="Arial"/>
                <a:ea typeface="Arial"/>
                <a:cs typeface="Arial"/>
              </a:defRPr>
            </a:lvl9pPr>
          </a:lstStyle>
          <a:p xmlns:a="http://schemas.openxmlformats.org/drawingml/2006/main">
            <a:pPr>
              <a:buNone/>
              <a:defRPr sz="1725" b="0">
                <a:solidFill>
                  <a:srgbClr val="385B50"/>
                </a:solidFill>
                <a:latin typeface="Arial"/>
                <a:ea typeface="Arial"/>
                <a:cs typeface="Arial"/>
              </a:defRPr>
            </a:pPr>
            <a:r>
              <a:rPr sz="1725" b="0">
                <a:solidFill>
                  <a:srgbClr val="385B50"/>
                </a:solidFill>
                <a:latin typeface="Arial"/>
                <a:ea typeface="Arial"/>
                <a:cs typeface="Arial"/>
              </a:rPr>
              <a:t>developer.android.com/topic/libraries/view-binding</a:t>
            </a:r>
          </a:p>
        </p:txBody>
      </p:sp>
      <p:sp>
        <p:nvSpPr>
          <p:cNvPr id="9" name="Android paylaşım menüsü">
            <a:extLst xmlns:a="http://schemas.openxmlformats.org/drawingml/2006/main">
              <a:ext uri="{FF2B5EF4-FFF2-40B4-BE49-F238E27FC236}">
                <a16:creationId xmlns:a16="http://schemas.microsoft.com/office/drawing/2014/main" id="{445440AF-6C1D-4033-8131-3BCE467B4735}"/>
              </a:ext>
            </a:extLst>
          </p:cNvPr>
          <p:cNvSpPr>
            <a:spLocks xmlns:a="http://schemas.openxmlformats.org/drawingml/2006/main" noGrp="1"/>
          </p:cNvSpPr>
          <p:nvPr/>
        </p:nvSpPr>
        <p:spPr>
          <a:xfrm xmlns:a="http://schemas.openxmlformats.org/drawingml/2006/main">
            <a:off x="609600" y="478155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6B61"/>
                </a:solidFill>
                <a:latin typeface="Arial"/>
                <a:ea typeface="Arial"/>
                <a:cs typeface="Arial"/>
              </a:defRPr>
            </a:defPPr>
            <a:lvl1pPr>
              <a:buNone/>
              <a:defRPr sz="2100" b="1">
                <a:solidFill>
                  <a:srgbClr val="146B61"/>
                </a:solidFill>
                <a:latin typeface="Arial"/>
                <a:ea typeface="Arial"/>
                <a:cs typeface="Arial"/>
              </a:defRPr>
            </a:lvl1pPr>
            <a:lvl2pPr>
              <a:buNone/>
              <a:defRPr sz="2100" b="1">
                <a:solidFill>
                  <a:srgbClr val="146B61"/>
                </a:solidFill>
                <a:latin typeface="Arial"/>
                <a:ea typeface="Arial"/>
                <a:cs typeface="Arial"/>
              </a:defRPr>
            </a:lvl2pPr>
            <a:lvl3pPr>
              <a:buNone/>
              <a:defRPr sz="2100" b="1">
                <a:solidFill>
                  <a:srgbClr val="146B61"/>
                </a:solidFill>
                <a:latin typeface="Arial"/>
                <a:ea typeface="Arial"/>
                <a:cs typeface="Arial"/>
              </a:defRPr>
            </a:lvl3pPr>
            <a:lvl4pPr>
              <a:buNone/>
              <a:defRPr sz="2100" b="1">
                <a:solidFill>
                  <a:srgbClr val="146B61"/>
                </a:solidFill>
                <a:latin typeface="Arial"/>
                <a:ea typeface="Arial"/>
                <a:cs typeface="Arial"/>
              </a:defRPr>
            </a:lvl4pPr>
            <a:lvl5pPr>
              <a:buNone/>
              <a:defRPr sz="2100" b="1">
                <a:solidFill>
                  <a:srgbClr val="146B61"/>
                </a:solidFill>
                <a:latin typeface="Arial"/>
                <a:ea typeface="Arial"/>
                <a:cs typeface="Arial"/>
              </a:defRPr>
            </a:lvl5pPr>
            <a:lvl6pPr>
              <a:buNone/>
              <a:defRPr sz="2100" b="1">
                <a:solidFill>
                  <a:srgbClr val="146B61"/>
                </a:solidFill>
                <a:latin typeface="Arial"/>
                <a:ea typeface="Arial"/>
                <a:cs typeface="Arial"/>
              </a:defRPr>
            </a:lvl6pPr>
            <a:lvl7pPr>
              <a:buNone/>
              <a:defRPr sz="2100" b="1">
                <a:solidFill>
                  <a:srgbClr val="146B61"/>
                </a:solidFill>
                <a:latin typeface="Arial"/>
                <a:ea typeface="Arial"/>
                <a:cs typeface="Arial"/>
              </a:defRPr>
            </a:lvl7pPr>
            <a:lvl8pPr>
              <a:buNone/>
              <a:defRPr sz="2100" b="1">
                <a:solidFill>
                  <a:srgbClr val="146B61"/>
                </a:solidFill>
                <a:latin typeface="Arial"/>
                <a:ea typeface="Arial"/>
                <a:cs typeface="Arial"/>
              </a:defRPr>
            </a:lvl8pPr>
            <a:lvl9pPr>
              <a:buNone/>
              <a:defRPr sz="2100" b="1">
                <a:solidFill>
                  <a:srgbClr val="146B61"/>
                </a:solidFill>
                <a:latin typeface="Arial"/>
                <a:ea typeface="Arial"/>
                <a:cs typeface="Arial"/>
              </a:defRPr>
            </a:lvl9pPr>
          </a:lstStyle>
          <a:p xmlns:a="http://schemas.openxmlformats.org/drawingml/2006/main">
            <a:pPr>
              <a:buNone/>
              <a:defRPr sz="2100" b="1">
                <a:solidFill>
                  <a:srgbClr val="146B61"/>
                </a:solidFill>
                <a:latin typeface="Arial"/>
                <a:ea typeface="Arial"/>
                <a:cs typeface="Arial"/>
              </a:defRPr>
            </a:pPr>
            <a:r>
              <a:rPr sz="2100" b="1">
                <a:solidFill>
                  <a:srgbClr val="146B61"/>
                </a:solidFill>
                <a:latin typeface="Arial"/>
                <a:ea typeface="Arial"/>
                <a:cs typeface="Arial"/>
              </a:rPr>
              <a:t>Android paylaşım menüsü</a:t>
            </a:r>
          </a:p>
        </p:txBody>
      </p:sp>
      <p:sp>
        <p:nvSpPr>
          <p:cNvPr id="10" name="developer.android.com/develop/ui/compose">
            <a:extLst xmlns:a="http://schemas.openxmlformats.org/drawingml/2006/main">
              <a:ext uri="{FF2B5EF4-FFF2-40B4-BE49-F238E27FC236}">
                <a16:creationId xmlns:a16="http://schemas.microsoft.com/office/drawing/2014/main" id="{15643743-56E9-4AE7-81E1-2A36ED0E7884}"/>
              </a:ext>
            </a:extLst>
          </p:cNvPr>
          <p:cNvSpPr>
            <a:spLocks xmlns:a="http://schemas.openxmlformats.org/drawingml/2006/main" noGrp="1"/>
          </p:cNvSpPr>
          <p:nvPr/>
        </p:nvSpPr>
        <p:spPr>
          <a:xfrm xmlns:a="http://schemas.openxmlformats.org/drawingml/2006/main">
            <a:off x="609600" y="51816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85B50"/>
                </a:solidFill>
                <a:latin typeface="Arial"/>
                <a:ea typeface="Arial"/>
                <a:cs typeface="Arial"/>
              </a:defRPr>
            </a:defPPr>
            <a:lvl1pPr>
              <a:buNone/>
              <a:defRPr sz="1725" b="0">
                <a:solidFill>
                  <a:srgbClr val="385B50"/>
                </a:solidFill>
                <a:latin typeface="Arial"/>
                <a:ea typeface="Arial"/>
                <a:cs typeface="Arial"/>
              </a:defRPr>
            </a:lvl1pPr>
            <a:lvl2pPr>
              <a:buNone/>
              <a:defRPr sz="1725" b="0">
                <a:solidFill>
                  <a:srgbClr val="385B50"/>
                </a:solidFill>
                <a:latin typeface="Arial"/>
                <a:ea typeface="Arial"/>
                <a:cs typeface="Arial"/>
              </a:defRPr>
            </a:lvl2pPr>
            <a:lvl3pPr>
              <a:buNone/>
              <a:defRPr sz="1725" b="0">
                <a:solidFill>
                  <a:srgbClr val="385B50"/>
                </a:solidFill>
                <a:latin typeface="Arial"/>
                <a:ea typeface="Arial"/>
                <a:cs typeface="Arial"/>
              </a:defRPr>
            </a:lvl3pPr>
            <a:lvl4pPr>
              <a:buNone/>
              <a:defRPr sz="1725" b="0">
                <a:solidFill>
                  <a:srgbClr val="385B50"/>
                </a:solidFill>
                <a:latin typeface="Arial"/>
                <a:ea typeface="Arial"/>
                <a:cs typeface="Arial"/>
              </a:defRPr>
            </a:lvl4pPr>
            <a:lvl5pPr>
              <a:buNone/>
              <a:defRPr sz="1725" b="0">
                <a:solidFill>
                  <a:srgbClr val="385B50"/>
                </a:solidFill>
                <a:latin typeface="Arial"/>
                <a:ea typeface="Arial"/>
                <a:cs typeface="Arial"/>
              </a:defRPr>
            </a:lvl5pPr>
            <a:lvl6pPr>
              <a:buNone/>
              <a:defRPr sz="1725" b="0">
                <a:solidFill>
                  <a:srgbClr val="385B50"/>
                </a:solidFill>
                <a:latin typeface="Arial"/>
                <a:ea typeface="Arial"/>
                <a:cs typeface="Arial"/>
              </a:defRPr>
            </a:lvl6pPr>
            <a:lvl7pPr>
              <a:buNone/>
              <a:defRPr sz="1725" b="0">
                <a:solidFill>
                  <a:srgbClr val="385B50"/>
                </a:solidFill>
                <a:latin typeface="Arial"/>
                <a:ea typeface="Arial"/>
                <a:cs typeface="Arial"/>
              </a:defRPr>
            </a:lvl7pPr>
            <a:lvl8pPr>
              <a:buNone/>
              <a:defRPr sz="1725" b="0">
                <a:solidFill>
                  <a:srgbClr val="385B50"/>
                </a:solidFill>
                <a:latin typeface="Arial"/>
                <a:ea typeface="Arial"/>
                <a:cs typeface="Arial"/>
              </a:defRPr>
            </a:lvl8pPr>
            <a:lvl9pPr>
              <a:buNone/>
              <a:defRPr sz="1725" b="0">
                <a:solidFill>
                  <a:srgbClr val="385B50"/>
                </a:solidFill>
                <a:latin typeface="Arial"/>
                <a:ea typeface="Arial"/>
                <a:cs typeface="Arial"/>
              </a:defRPr>
            </a:lvl9pPr>
          </a:lstStyle>
          <a:p xmlns:a="http://schemas.openxmlformats.org/drawingml/2006/main">
            <a:pPr>
              <a:buNone/>
              <a:defRPr sz="1725" b="0">
                <a:solidFill>
                  <a:srgbClr val="385B50"/>
                </a:solidFill>
                <a:latin typeface="Arial"/>
                <a:ea typeface="Arial"/>
                <a:cs typeface="Arial"/>
              </a:defRPr>
            </a:pPr>
            <a:r>
              <a:rPr sz="1725" b="0">
                <a:solidFill>
                  <a:srgbClr val="385B50"/>
                </a:solidFill>
                <a:latin typeface="Arial"/>
                <a:ea typeface="Arial"/>
                <a:cs typeface="Arial"/>
              </a:rPr>
              <a:t>developer.android.com/develop/ui/compose/sharing/send</a:t>
            </a:r>
          </a:p>
        </p:txBody>
      </p:sp>
    </p:spTree>
    <p:extLst>
      <p:ext uri="{BB962C8B-B14F-4D97-AF65-F5344CB8AC3E}">
        <p14:creationId xmlns:p14="http://schemas.microsoft.com/office/powerpoint/2010/main" val="19917155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2026-10-20T23:35:24.6930000Z</dcterms:created>
  <dcterms:modified xsi:type="dcterms:W3CDTF">2026-10-20T23:35:24.6930000Z</dcterms:modified>
</coreProperties>
</file>
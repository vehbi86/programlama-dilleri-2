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c228f642be4f40" /><Relationship Type="http://schemas.openxmlformats.org/officeDocument/2006/relationships/extended-properties" Target="/docProps/app.xml" Id="R8d16033c0e91423a" /><Relationship Type="http://schemas.openxmlformats.org/officeDocument/2006/relationships/officeDocument" Target="/ppt/presentation.xml" Id="R08cf6c0e0084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a0382a8cc6420f"/>
  </p:sldMasterIdLst>
  <p:notesMasterIdLst>
    <p:notesMasterId xmlns:r="http://schemas.openxmlformats.org/officeDocument/2006/relationships" r:id="Rc2c139828ada442b"/>
  </p:notesMasterIdLst>
  <p:sldIdLst>
    <p:sldId xmlns:r="http://schemas.openxmlformats.org/officeDocument/2006/relationships" id="256" r:id="R619c0184e1f842e1"/>
    <p:sldId xmlns:r="http://schemas.openxmlformats.org/officeDocument/2006/relationships" id="257" r:id="Ra31da03729034db3"/>
    <p:sldId xmlns:r="http://schemas.openxmlformats.org/officeDocument/2006/relationships" id="258" r:id="Rbddb0698e3bd4589"/>
    <p:sldId xmlns:r="http://schemas.openxmlformats.org/officeDocument/2006/relationships" id="259" r:id="Rcd46ebf9bad64b61"/>
    <p:sldId xmlns:r="http://schemas.openxmlformats.org/officeDocument/2006/relationships" id="260" r:id="Rcfe3fd7cf1d94111"/>
    <p:sldId xmlns:r="http://schemas.openxmlformats.org/officeDocument/2006/relationships" id="261" r:id="R40c16309b26343bc"/>
    <p:sldId xmlns:r="http://schemas.openxmlformats.org/officeDocument/2006/relationships" id="262" r:id="R5060b9c173d74dde"/>
    <p:sldId xmlns:r="http://schemas.openxmlformats.org/officeDocument/2006/relationships" id="263" r:id="R0bc8fb33c9af4abb"/>
    <p:sldId xmlns:r="http://schemas.openxmlformats.org/officeDocument/2006/relationships" id="264" r:id="Rd400e150f3794281"/>
    <p:sldId xmlns:r="http://schemas.openxmlformats.org/officeDocument/2006/relationships" id="265" r:id="R108363e0858e473d"/>
    <p:sldId xmlns:r="http://schemas.openxmlformats.org/officeDocument/2006/relationships" id="266" r:id="R73a32b26049c4c3a"/>
    <p:sldId xmlns:r="http://schemas.openxmlformats.org/officeDocument/2006/relationships" id="267" r:id="R1388cf5b467d4dba"/>
    <p:sldId xmlns:r="http://schemas.openxmlformats.org/officeDocument/2006/relationships" id="268" r:id="R695671f3cc3b47f7"/>
    <p:sldId xmlns:r="http://schemas.openxmlformats.org/officeDocument/2006/relationships" id="269" r:id="R7ed6727bbbf142c6"/>
    <p:sldId xmlns:r="http://schemas.openxmlformats.org/officeDocument/2006/relationships" id="270" r:id="R0673c7ee662a4928"/>
    <p:sldId xmlns:r="http://schemas.openxmlformats.org/officeDocument/2006/relationships" id="271" r:id="R352fc829127547ba"/>
    <p:sldId xmlns:r="http://schemas.openxmlformats.org/officeDocument/2006/relationships" id="272" r:id="R6b8096373b774e7a"/>
    <p:sldId xmlns:r="http://schemas.openxmlformats.org/officeDocument/2006/relationships" id="273" r:id="R1dfa3c2ec8d741c7"/>
    <p:sldId xmlns:r="http://schemas.openxmlformats.org/officeDocument/2006/relationships" id="274" r:id="R291af73623bb406c"/>
    <p:sldId xmlns:r="http://schemas.openxmlformats.org/officeDocument/2006/relationships" id="275" r:id="R78a00dd03407411d"/>
    <p:sldId xmlns:r="http://schemas.openxmlformats.org/officeDocument/2006/relationships" id="276" r:id="R6cf863cb90554096"/>
    <p:sldId xmlns:r="http://schemas.openxmlformats.org/officeDocument/2006/relationships" id="277" r:id="R8ea342db488c44a7"/>
    <p:sldId xmlns:r="http://schemas.openxmlformats.org/officeDocument/2006/relationships" id="278" r:id="R86990f80cb714146"/>
    <p:sldId xmlns:r="http://schemas.openxmlformats.org/officeDocument/2006/relationships" id="279" r:id="Rc4aa160323f642bc"/>
    <p:sldId xmlns:r="http://schemas.openxmlformats.org/officeDocument/2006/relationships" id="280" r:id="R04f7001a57aa4250"/>
    <p:sldId xmlns:r="http://schemas.openxmlformats.org/officeDocument/2006/relationships" id="281" r:id="R7c45dbac17454944"/>
    <p:sldId xmlns:r="http://schemas.openxmlformats.org/officeDocument/2006/relationships" id="282" r:id="Rfbba65fb02ef4402"/>
    <p:sldId xmlns:r="http://schemas.openxmlformats.org/officeDocument/2006/relationships" id="283" r:id="R849a9a62e2d54f59"/>
    <p:sldId xmlns:r="http://schemas.openxmlformats.org/officeDocument/2006/relationships" id="284" r:id="Ra748835b3cb743dc"/>
    <p:sldId xmlns:r="http://schemas.openxmlformats.org/officeDocument/2006/relationships" id="285" r:id="Rea7f1ff6509747da"/>
    <p:sldId xmlns:r="http://schemas.openxmlformats.org/officeDocument/2006/relationships" id="286" r:id="Rac2249671cc84315"/>
    <p:sldId xmlns:r="http://schemas.openxmlformats.org/officeDocument/2006/relationships" id="287" r:id="R8f523571991d4992"/>
    <p:sldId xmlns:r="http://schemas.openxmlformats.org/officeDocument/2006/relationships" id="288" r:id="R1d480ba4ef27431b"/>
    <p:sldId xmlns:r="http://schemas.openxmlformats.org/officeDocument/2006/relationships" id="289" r:id="R6a09ab6e1efb4f01"/>
    <p:sldId xmlns:r="http://schemas.openxmlformats.org/officeDocument/2006/relationships" id="290" r:id="R6f6eebaffd12440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dad387d5524ae0" /><Relationship Type="http://schemas.openxmlformats.org/officeDocument/2006/relationships/slideMaster" Target="/ppt/slideMasters/slideMaster1.xml" Id="Rbba0382a8cc6420f" /><Relationship Type="http://schemas.openxmlformats.org/officeDocument/2006/relationships/notesMaster" Target="/ppt/notesMasters/notesMaster1.xml" Id="Rc2c139828ada442b" /><Relationship Type="http://schemas.openxmlformats.org/officeDocument/2006/relationships/presProps" Target="/ppt/presProps.xml" Id="R16d9f1ef8896460a" /><Relationship Type="http://schemas.openxmlformats.org/officeDocument/2006/relationships/tableStyles" Target="/ppt/tableStyles.xml" Id="R659d4c89052e48cd" /><Relationship Type="http://schemas.openxmlformats.org/officeDocument/2006/relationships/slide" Target="/ppt/slides/slide1.xml" Id="R619c0184e1f842e1" /><Relationship Type="http://schemas.openxmlformats.org/officeDocument/2006/relationships/slide" Target="/ppt/slides/slide2.xml" Id="Ra31da03729034db3" /><Relationship Type="http://schemas.openxmlformats.org/officeDocument/2006/relationships/slide" Target="/ppt/slides/slide3.xml" Id="Rbddb0698e3bd4589" /><Relationship Type="http://schemas.openxmlformats.org/officeDocument/2006/relationships/slide" Target="/ppt/slides/slide4.xml" Id="Rcd46ebf9bad64b61" /><Relationship Type="http://schemas.openxmlformats.org/officeDocument/2006/relationships/slide" Target="/ppt/slides/slide5.xml" Id="Rcfe3fd7cf1d94111" /><Relationship Type="http://schemas.openxmlformats.org/officeDocument/2006/relationships/slide" Target="/ppt/slides/slide6.xml" Id="R40c16309b26343bc" /><Relationship Type="http://schemas.openxmlformats.org/officeDocument/2006/relationships/slide" Target="/ppt/slides/slide7.xml" Id="R5060b9c173d74dde" /><Relationship Type="http://schemas.openxmlformats.org/officeDocument/2006/relationships/slide" Target="/ppt/slides/slide8.xml" Id="R0bc8fb33c9af4abb" /><Relationship Type="http://schemas.openxmlformats.org/officeDocument/2006/relationships/slide" Target="/ppt/slides/slide9.xml" Id="Rd400e150f3794281" /><Relationship Type="http://schemas.openxmlformats.org/officeDocument/2006/relationships/slide" Target="/ppt/slides/slide10.xml" Id="R108363e0858e473d" /><Relationship Type="http://schemas.openxmlformats.org/officeDocument/2006/relationships/slide" Target="/ppt/slides/slide11.xml" Id="R73a32b26049c4c3a" /><Relationship Type="http://schemas.openxmlformats.org/officeDocument/2006/relationships/slide" Target="/ppt/slides/slide12.xml" Id="R1388cf5b467d4dba" /><Relationship Type="http://schemas.openxmlformats.org/officeDocument/2006/relationships/slide" Target="/ppt/slides/slide13.xml" Id="R695671f3cc3b47f7" /><Relationship Type="http://schemas.openxmlformats.org/officeDocument/2006/relationships/slide" Target="/ppt/slides/slide14.xml" Id="R7ed6727bbbf142c6" /><Relationship Type="http://schemas.openxmlformats.org/officeDocument/2006/relationships/slide" Target="/ppt/slides/slide15.xml" Id="R0673c7ee662a4928" /><Relationship Type="http://schemas.openxmlformats.org/officeDocument/2006/relationships/slide" Target="/ppt/slides/slide16.xml" Id="R352fc829127547ba" /><Relationship Type="http://schemas.openxmlformats.org/officeDocument/2006/relationships/slide" Target="/ppt/slides/slide17.xml" Id="R6b8096373b774e7a" /><Relationship Type="http://schemas.openxmlformats.org/officeDocument/2006/relationships/slide" Target="/ppt/slides/slide18.xml" Id="R1dfa3c2ec8d741c7" /><Relationship Type="http://schemas.openxmlformats.org/officeDocument/2006/relationships/slide" Target="/ppt/slides/slide19.xml" Id="R291af73623bb406c" /><Relationship Type="http://schemas.openxmlformats.org/officeDocument/2006/relationships/slide" Target="/ppt/slides/slide20.xml" Id="R78a00dd03407411d" /><Relationship Type="http://schemas.openxmlformats.org/officeDocument/2006/relationships/slide" Target="/ppt/slides/slide21.xml" Id="R6cf863cb90554096" /><Relationship Type="http://schemas.openxmlformats.org/officeDocument/2006/relationships/slide" Target="/ppt/slides/slide22.xml" Id="R8ea342db488c44a7" /><Relationship Type="http://schemas.openxmlformats.org/officeDocument/2006/relationships/slide" Target="/ppt/slides/slide23.xml" Id="R86990f80cb714146" /><Relationship Type="http://schemas.openxmlformats.org/officeDocument/2006/relationships/slide" Target="/ppt/slides/slide24.xml" Id="Rc4aa160323f642bc" /><Relationship Type="http://schemas.openxmlformats.org/officeDocument/2006/relationships/slide" Target="/ppt/slides/slide25.xml" Id="R04f7001a57aa4250" /><Relationship Type="http://schemas.openxmlformats.org/officeDocument/2006/relationships/slide" Target="/ppt/slides/slide26.xml" Id="R7c45dbac17454944" /><Relationship Type="http://schemas.openxmlformats.org/officeDocument/2006/relationships/slide" Target="/ppt/slides/slide27.xml" Id="Rfbba65fb02ef4402" /><Relationship Type="http://schemas.openxmlformats.org/officeDocument/2006/relationships/slide" Target="/ppt/slides/slide28.xml" Id="R849a9a62e2d54f59" /><Relationship Type="http://schemas.openxmlformats.org/officeDocument/2006/relationships/slide" Target="/ppt/slides/slide29.xml" Id="Ra748835b3cb743dc" /><Relationship Type="http://schemas.openxmlformats.org/officeDocument/2006/relationships/slide" Target="/ppt/slides/slide30.xml" Id="Rea7f1ff6509747da" /><Relationship Type="http://schemas.openxmlformats.org/officeDocument/2006/relationships/slide" Target="/ppt/slides/slide31.xml" Id="Rac2249671cc84315" /><Relationship Type="http://schemas.openxmlformats.org/officeDocument/2006/relationships/slide" Target="/ppt/slides/slide32.xml" Id="R8f523571991d4992" /><Relationship Type="http://schemas.openxmlformats.org/officeDocument/2006/relationships/slide" Target="/ppt/slides/slide33.xml" Id="R1d480ba4ef27431b" /><Relationship Type="http://schemas.openxmlformats.org/officeDocument/2006/relationships/slide" Target="/ppt/slides/slide34.xml" Id="R6a09ab6e1efb4f01" /><Relationship Type="http://schemas.openxmlformats.org/officeDocument/2006/relationships/slide" Target="/ppt/slides/slide35.xml" Id="R6f6eebaffd1244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ad7341e8df40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62b90edfed49d3" /><Relationship Type="http://schemas.openxmlformats.org/officeDocument/2006/relationships/notesMaster" Target="/ppt/notesMasters/notesMaster1.xml" Id="R73e7449ac71142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0cd18e832439e" /><Relationship Type="http://schemas.openxmlformats.org/officeDocument/2006/relationships/notesMaster" Target="/ppt/notesMasters/notesMaster1.xml" Id="R6e533289a3614f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2d5ae1fc9e426b" /><Relationship Type="http://schemas.openxmlformats.org/officeDocument/2006/relationships/notesMaster" Target="/ppt/notesMasters/notesMaster1.xml" Id="R44072948a89241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d77ba4376249d9" /><Relationship Type="http://schemas.openxmlformats.org/officeDocument/2006/relationships/notesMaster" Target="/ppt/notesMasters/notesMaster1.xml" Id="R3ff67f4c85334b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766142b7eb40f1" /><Relationship Type="http://schemas.openxmlformats.org/officeDocument/2006/relationships/notesMaster" Target="/ppt/notesMasters/notesMaster1.xml" Id="Re6af40e55dda47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beddd71cd440d0" /><Relationship Type="http://schemas.openxmlformats.org/officeDocument/2006/relationships/notesMaster" Target="/ppt/notesMasters/notesMaster1.xml" Id="R829d57dbca0745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854f23d14e40fc" /><Relationship Type="http://schemas.openxmlformats.org/officeDocument/2006/relationships/notesMaster" Target="/ppt/notesMasters/notesMaster1.xml" Id="R63ae029c0f574e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fbf984775243fe" /><Relationship Type="http://schemas.openxmlformats.org/officeDocument/2006/relationships/notesMaster" Target="/ppt/notesMasters/notesMaster1.xml" Id="R8cb41372818044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b00a82de0b4045" /><Relationship Type="http://schemas.openxmlformats.org/officeDocument/2006/relationships/notesMaster" Target="/ppt/notesMasters/notesMaster1.xml" Id="R140c0fdb38164a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c56969a07c466a" /><Relationship Type="http://schemas.openxmlformats.org/officeDocument/2006/relationships/notesMaster" Target="/ppt/notesMasters/notesMaster1.xml" Id="Rb9f994583e3c4c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3ec352392348ad" /><Relationship Type="http://schemas.openxmlformats.org/officeDocument/2006/relationships/notesMaster" Target="/ppt/notesMasters/notesMaster1.xml" Id="Radacd53ea0a046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9ab32a73354949" /><Relationship Type="http://schemas.openxmlformats.org/officeDocument/2006/relationships/notesMaster" Target="/ppt/notesMasters/notesMaster1.xml" Id="R95340bf9a2214a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dfa4fbaf144140" /><Relationship Type="http://schemas.openxmlformats.org/officeDocument/2006/relationships/notesMaster" Target="/ppt/notesMasters/notesMaster1.xml" Id="R7e79855821d24c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9bc1071d8a409b" /><Relationship Type="http://schemas.openxmlformats.org/officeDocument/2006/relationships/notesMaster" Target="/ppt/notesMasters/notesMaster1.xml" Id="R884c4b220cfb40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595f9ebd734d71" /><Relationship Type="http://schemas.openxmlformats.org/officeDocument/2006/relationships/notesMaster" Target="/ppt/notesMasters/notesMaster1.xml" Id="R71b5efbbd75b43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f098bf1b924d3d" /><Relationship Type="http://schemas.openxmlformats.org/officeDocument/2006/relationships/notesMaster" Target="/ppt/notesMasters/notesMaster1.xml" Id="R8e8ac0fdf2604c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b607cde40a42fd" /><Relationship Type="http://schemas.openxmlformats.org/officeDocument/2006/relationships/notesMaster" Target="/ppt/notesMasters/notesMaster1.xml" Id="R162d4b6941cd4e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6de3bd955541d7" /><Relationship Type="http://schemas.openxmlformats.org/officeDocument/2006/relationships/notesMaster" Target="/ppt/notesMasters/notesMaster1.xml" Id="R986c7fe0d66d46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4524ee9f8ac4849" /><Relationship Type="http://schemas.openxmlformats.org/officeDocument/2006/relationships/notesMaster" Target="/ppt/notesMasters/notesMaster1.xml" Id="Rfa24dc0ae5ce40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72dc3b5dd74a50" /><Relationship Type="http://schemas.openxmlformats.org/officeDocument/2006/relationships/notesMaster" Target="/ppt/notesMasters/notesMaster1.xml" Id="R1d470ef03bb845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df1be80ef04abd" /><Relationship Type="http://schemas.openxmlformats.org/officeDocument/2006/relationships/notesMaster" Target="/ppt/notesMasters/notesMaster1.xml" Id="Rec81f8f268ea4f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015263806540de" /><Relationship Type="http://schemas.openxmlformats.org/officeDocument/2006/relationships/notesMaster" Target="/ppt/notesMasters/notesMaster1.xml" Id="Rce88bac7f415458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0653cd76d44298" /><Relationship Type="http://schemas.openxmlformats.org/officeDocument/2006/relationships/notesMaster" Target="/ppt/notesMasters/notesMaster1.xml" Id="Rf41b5915ed8d45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c2f4babc08844fe" /><Relationship Type="http://schemas.openxmlformats.org/officeDocument/2006/relationships/notesMaster" Target="/ppt/notesMasters/notesMaster1.xml" Id="Rff57382b8940476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02c3490f37541e6" /><Relationship Type="http://schemas.openxmlformats.org/officeDocument/2006/relationships/notesMaster" Target="/ppt/notesMasters/notesMaster1.xml" Id="R69e970e254f8472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7d82ec2554f42ba" /><Relationship Type="http://schemas.openxmlformats.org/officeDocument/2006/relationships/notesMaster" Target="/ppt/notesMasters/notesMaster1.xml" Id="R7af3864cebf84dd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60130875eac492b" /><Relationship Type="http://schemas.openxmlformats.org/officeDocument/2006/relationships/notesMaster" Target="/ppt/notesMasters/notesMaster1.xml" Id="Rf054e6616eae43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a61e0d4bff64b09" /><Relationship Type="http://schemas.openxmlformats.org/officeDocument/2006/relationships/notesMaster" Target="/ppt/notesMasters/notesMaster1.xml" Id="R7ac94552208f438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a1dab1ffd7400e" /><Relationship Type="http://schemas.openxmlformats.org/officeDocument/2006/relationships/notesMaster" Target="/ppt/notesMasters/notesMaster1.xml" Id="Re7c2cf6c235c498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c02a940ff2a48b9" /><Relationship Type="http://schemas.openxmlformats.org/officeDocument/2006/relationships/notesMaster" Target="/ppt/notesMasters/notesMaster1.xml" Id="R29dba0c340ba458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7d8f85aae9248ed" /><Relationship Type="http://schemas.openxmlformats.org/officeDocument/2006/relationships/notesMaster" Target="/ppt/notesMasters/notesMaster1.xml" Id="Rd1a545425c1c450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b1231f0fd274c0e" /><Relationship Type="http://schemas.openxmlformats.org/officeDocument/2006/relationships/notesMaster" Target="/ppt/notesMasters/notesMaster1.xml" Id="Rac6766375d57481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59f285cd0f74d4e" /><Relationship Type="http://schemas.openxmlformats.org/officeDocument/2006/relationships/notesMaster" Target="/ppt/notesMasters/notesMaster1.xml" Id="R8bff0ae44f414f4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da3dc4597504965" /><Relationship Type="http://schemas.openxmlformats.org/officeDocument/2006/relationships/notesMaster" Target="/ppt/notesMasters/notesMaster1.xml" Id="Rbe96d06de438411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d83caccec594c80" /><Relationship Type="http://schemas.openxmlformats.org/officeDocument/2006/relationships/notesMaster" Target="/ppt/notesMasters/notesMaster1.xml" Id="Rcc554e98c4fb4c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Görsel: XML ve Kotlin davranışına göre yapay zekâ ile üretilmiş temsili anlatım. Gerçek ekran görüntüsü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https://developer.android.com/studio/projects/create-project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Derlemede AGP 9.1.1 için compileSdk 37.1 uyumluluk uyarısı görüldü; kopya proje assembleDebug ile tamamlandı. Sürüm değerleri önerilen güncel sürümler olarak sunulmamıştır.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activity_main.xml</a:t>
            </a:r>
          </a:p>
          <a:p xmlns:a="http://schemas.openxmlformats.org/drawingml/2006/main">
            <a:r>
              <a:t>Kaynak: https://developer.android.com/develop/ui/views/layout/constraint-layout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activity_main.xml</a:t>
            </a:r>
          </a:p>
          <a:p xmlns:a="http://schemas.openxmlformats.org/drawingml/2006/main">
            <a:r>
              <a:t>Kaynak: https://developer.android.com/develop/ui/views/layout/constraint-layout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activity_main.xml</a:t>
            </a:r>
          </a:p>
          <a:p xmlns:a="http://schemas.openxmlformats.org/drawingml/2006/main">
            <a:r>
              <a:t>Kaynak: https://developer.android.com/develop/ui/views/layout/constraint-layout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activity_main.xml</a:t>
            </a:r>
          </a:p>
          <a:p xmlns:a="http://schemas.openxmlformats.org/drawingml/2006/main">
            <a:r>
              <a:t>Kaynak: https://developer.android.com/develop/ui/views/layout/constraint-layout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Kullanıcının not_defteri_uygulamas projesinden öğretim için hazırlanmıştır.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item_note.xml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Kullanıcının not_defteri_uygulamas projesinden öğretim için hazırlanmıştır.</a:t>
            </a:r>
          </a:p>
          <a:p xmlns:a="http://schemas.openxmlformats.org/drawingml/2006/main">
            <a:r>
              <a:t>Görsel: XML ve Kotlin davranışına göre yapay zekâ ile üretilmiş temsili anlatım. Gerçek ekran görüntüsü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NoteAdapter.kt</a:t>
            </a:r>
          </a:p>
          <a:p xmlns:a="http://schemas.openxmlformats.org/drawingml/2006/main">
            <a:r>
              <a:t>Kaynak: https://developer.android.com/develop/ui/views/layout/recyclerview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NoteAdapter.kt</a:t>
            </a:r>
          </a:p>
          <a:p xmlns:a="http://schemas.openxmlformats.org/drawingml/2006/main">
            <a:r>
              <a:t>Kaynak: https://developer.android.com/develop/ui/views/layout/recyclerview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NoteAdapter.kt</a:t>
            </a:r>
          </a:p>
          <a:p xmlns:a="http://schemas.openxmlformats.org/drawingml/2006/main">
            <a:r>
              <a:t>Kaynak: https://developer.android.com/develop/ui/views/layout/recyclerview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NoteAdapter.kt</a:t>
            </a:r>
          </a:p>
          <a:p xmlns:a="http://schemas.openxmlformats.org/drawingml/2006/main">
            <a:r>
              <a:t>Kaynak: https://developer.android.com/develop/ui/views/layout/recyclerview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MainActivity.kt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MainActivity.kt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MainActivity.kt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MainActivity.kt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MainActivity.kt</a:t>
            </a:r>
          </a:p>
          <a:p xmlns:a="http://schemas.openxmlformats.org/drawingml/2006/main">
            <a:r>
              <a:t>Kaynak: https://developer.android.com/develop/ui/views/layout/recyclerview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  <a:p xmlns:a="http://schemas.openxmlformats.org/drawingml/2006/main">
            <a:r>
              <a:t>İlgili dosya: MainActivity.kt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Kullanıcının not_defteri_uygulamas projesinden öğretim için hazırlanmıştır.</a:t>
            </a:r>
          </a:p>
          <a:p xmlns:a="http://schemas.openxmlformats.org/drawingml/2006/main">
            <a:r>
              <a:t>Görsel: XML ve Kotlin davranışına göre yapay zekâ ile üretilmiş temsili anlatım. Gerçek ekran görüntüsü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Kullanıcının not_defteri_uygulamas projesinden öğretim için hazırlanmıştır.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Kullanıcının not_defteri_uygulamas projesinden öğretim için hazırlanmıştır.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Kullanıcının not_defteri_uygulamas projesinden öğretim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Kullanıcının not_defteri_uygulamas projesinden öğretim için hazırlanmıştır.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 dosyadan ilgili parça. Android projesinin mevcut bağlamında çalışır. Kısaltılmış sınıf gövdeleri ayrı bir Kotlin dosyası olarak çalıştırılamaz.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Kullanıcının not_defteri_uygulamas projesinden öğretim için hazırlanmıştır.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not_defteri_uygulamas projesi. Kodlar öğretim için bölümlere ayrılmış ve yorumlar kısaltılmıştır. Dosya parçaları ayrı program değildir. Android XML ve Kotlin kaynakları proje içinde birlikte kullanılır.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45a15cd8341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e4e4a8439c43cc" /><Relationship Type="http://schemas.openxmlformats.org/officeDocument/2006/relationships/slideLayout" Target="/ppt/slideLayouts/slideLayout1.xml" Id="Re3541300192344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541300192344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6b6f378ba4ee0" /><Relationship Type="http://schemas.openxmlformats.org/officeDocument/2006/relationships/notesSlide" Target="/ppt/notesSlides/notesSlide1.xml" Id="R95da6b2286b441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21c94b0fb4eae" /><Relationship Type="http://schemas.openxmlformats.org/officeDocument/2006/relationships/image" Target="/ppt/media/image.png" Id="R3a53080c6b0a45d0" /><Relationship Type="http://schemas.openxmlformats.org/officeDocument/2006/relationships/notesSlide" Target="/ppt/notesSlides/notesSlide2.xml" Id="R5f50640924154f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0383bc0324a66" /><Relationship Type="http://schemas.openxmlformats.org/officeDocument/2006/relationships/notesSlide" Target="/ppt/notesSlides/notesSlide3.xml" Id="R91e2a8d45c9347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efdfb1980416e" /><Relationship Type="http://schemas.openxmlformats.org/officeDocument/2006/relationships/notesSlide" Target="/ppt/notesSlides/notesSlide4.xml" Id="R67b15a60648544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819f47fb449ef" /><Relationship Type="http://schemas.openxmlformats.org/officeDocument/2006/relationships/notesSlide" Target="/ppt/notesSlides/notesSlide5.xml" Id="R7cdcb081f1a44d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220344dc9465e" /><Relationship Type="http://schemas.openxmlformats.org/officeDocument/2006/relationships/notesSlide" Target="/ppt/notesSlides/notesSlide6.xml" Id="R18545779320e4f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981cefe54470c" /><Relationship Type="http://schemas.openxmlformats.org/officeDocument/2006/relationships/notesSlide" Target="/ppt/notesSlides/notesSlide7.xml" Id="R997fe4780a4a4e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a47e5e51c459a" /><Relationship Type="http://schemas.openxmlformats.org/officeDocument/2006/relationships/notesSlide" Target="/ppt/notesSlides/notesSlide8.xml" Id="Re3ac748ad73844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fdd7ec64b4d19" /><Relationship Type="http://schemas.openxmlformats.org/officeDocument/2006/relationships/notesSlide" Target="/ppt/notesSlides/notesSlide9.xml" Id="R39c79cf641ef46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6256321ff480e" /><Relationship Type="http://schemas.openxmlformats.org/officeDocument/2006/relationships/notesSlide" Target="/ppt/notesSlides/notesSlide10.xml" Id="Rcaaad2b8dd1c49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f44d3200042c1" /><Relationship Type="http://schemas.openxmlformats.org/officeDocument/2006/relationships/notesSlide" Target="/ppt/notesSlides/notesSlide11.xml" Id="R0279088e0aa04f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5e0e6bac84198" /><Relationship Type="http://schemas.openxmlformats.org/officeDocument/2006/relationships/notesSlide" Target="/ppt/notesSlides/notesSlide12.xml" Id="R4524c3e0c8fc40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f7005c80e4dcb" /><Relationship Type="http://schemas.openxmlformats.org/officeDocument/2006/relationships/image" Target="/ppt/media/image2.png" Id="R796af3da4b17409b" /><Relationship Type="http://schemas.openxmlformats.org/officeDocument/2006/relationships/notesSlide" Target="/ppt/notesSlides/notesSlide13.xml" Id="R012ab979f41940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d2c3e0262490a" /><Relationship Type="http://schemas.openxmlformats.org/officeDocument/2006/relationships/notesSlide" Target="/ppt/notesSlides/notesSlide14.xml" Id="Rd739b6614b8846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97d8ef3de4c96" /><Relationship Type="http://schemas.openxmlformats.org/officeDocument/2006/relationships/notesSlide" Target="/ppt/notesSlides/notesSlide15.xml" Id="R35e772902e8746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a9c9ecf704436" /><Relationship Type="http://schemas.openxmlformats.org/officeDocument/2006/relationships/notesSlide" Target="/ppt/notesSlides/notesSlide16.xml" Id="R03f91bcddf89464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e983b63c44a3f" /><Relationship Type="http://schemas.openxmlformats.org/officeDocument/2006/relationships/notesSlide" Target="/ppt/notesSlides/notesSlide17.xml" Id="R39a8367add3443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49a1f17064ac0" /><Relationship Type="http://schemas.openxmlformats.org/officeDocument/2006/relationships/notesSlide" Target="/ppt/notesSlides/notesSlide18.xml" Id="R22d2126b61a24a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839a5ec904460" /><Relationship Type="http://schemas.openxmlformats.org/officeDocument/2006/relationships/notesSlide" Target="/ppt/notesSlides/notesSlide19.xml" Id="Ra18a1fc4560d4e8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a048915d640dc" /><Relationship Type="http://schemas.openxmlformats.org/officeDocument/2006/relationships/notesSlide" Target="/ppt/notesSlides/notesSlide20.xml" Id="R6789122b7d6b42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3e8ff080e466f" /><Relationship Type="http://schemas.openxmlformats.org/officeDocument/2006/relationships/notesSlide" Target="/ppt/notesSlides/notesSlide21.xml" Id="Re01254d431734e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1f64ba9484474" /><Relationship Type="http://schemas.openxmlformats.org/officeDocument/2006/relationships/notesSlide" Target="/ppt/notesSlides/notesSlide22.xml" Id="Rc47386fc459944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ebb55df024332" /><Relationship Type="http://schemas.openxmlformats.org/officeDocument/2006/relationships/notesSlide" Target="/ppt/notesSlides/notesSlide23.xml" Id="R443ef68d032940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9abab9bc9417b" /><Relationship Type="http://schemas.openxmlformats.org/officeDocument/2006/relationships/notesSlide" Target="/ppt/notesSlides/notesSlide24.xml" Id="R1de6508332fe40f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003ba4d1844eb" /><Relationship Type="http://schemas.openxmlformats.org/officeDocument/2006/relationships/notesSlide" Target="/ppt/notesSlides/notesSlide25.xml" Id="R6d1930e31bbb415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47842efda4e05" /><Relationship Type="http://schemas.openxmlformats.org/officeDocument/2006/relationships/image" Target="/ppt/media/image3.png" Id="R6e61446cb12943c1" /><Relationship Type="http://schemas.openxmlformats.org/officeDocument/2006/relationships/notesSlide" Target="/ppt/notesSlides/notesSlide26.xml" Id="Rcaa09387d7ab477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813a65d754bc1" /><Relationship Type="http://schemas.openxmlformats.org/officeDocument/2006/relationships/notesSlide" Target="/ppt/notesSlides/notesSlide27.xml" Id="R1d7e848c410e45a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d8c4edd824097" /><Relationship Type="http://schemas.openxmlformats.org/officeDocument/2006/relationships/notesSlide" Target="/ppt/notesSlides/notesSlide28.xml" Id="R3182a214763842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10d38e86e491e" /><Relationship Type="http://schemas.openxmlformats.org/officeDocument/2006/relationships/notesSlide" Target="/ppt/notesSlides/notesSlide29.xml" Id="Rf6abbeb8a51e4e3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a067191704403" /><Relationship Type="http://schemas.openxmlformats.org/officeDocument/2006/relationships/notesSlide" Target="/ppt/notesSlides/notesSlide30.xml" Id="R4ef6915c69dc4b9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e877e6ece4e9d" /><Relationship Type="http://schemas.openxmlformats.org/officeDocument/2006/relationships/notesSlide" Target="/ppt/notesSlides/notesSlide31.xml" Id="R8d6675722f954ee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db410ad804884" /><Relationship Type="http://schemas.openxmlformats.org/officeDocument/2006/relationships/notesSlide" Target="/ppt/notesSlides/notesSlide32.xml" Id="R78e13c4db982440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281921a9a4a63" /><Relationship Type="http://schemas.openxmlformats.org/officeDocument/2006/relationships/notesSlide" Target="/ppt/notesSlides/notesSlide33.xml" Id="R911e8aeebd424fa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6e1a984494116" /><Relationship Type="http://schemas.openxmlformats.org/officeDocument/2006/relationships/notesSlide" Target="/ppt/notesSlides/notesSlide34.xml" Id="R84ed60ebb89b4c3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f3524816f4740" /><Relationship Type="http://schemas.openxmlformats.org/officeDocument/2006/relationships/notesSlide" Target="/ppt/notesSlides/notesSlide35.xml" Id="R48cdd5aa192944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B128B-EEFB-4039-B823-0CCF5A79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1295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1">
                <a:solidFill>
                  <a:srgbClr val="75DDC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5DDCA"/>
                </a:solidFill>
                <a:latin typeface="Arial"/>
                <a:ea typeface="Arial"/>
                <a:cs typeface="Arial"/>
              </a:rPr>
              <a:t>UYGULAMA ATÖLYESİ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A1543-AAA3-4D5C-B29B-ED03D8FE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366837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63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Kotlin ile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6300" b="1">
                <a:solidFill>
                  <a:srgbClr val="F5F8FA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5F8FA"/>
                </a:solidFill>
                <a:latin typeface="Arial"/>
                <a:ea typeface="Arial"/>
                <a:cs typeface="Arial"/>
              </a:rPr>
              <a:t>not defteri uygulaması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CD938-8641-4D86-9786-C7D40B0B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3335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700" b="0">
                <a:solidFill>
                  <a:srgbClr val="BECCD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ECCD7"/>
                </a:solidFill>
                <a:latin typeface="Arial"/>
                <a:ea typeface="Arial"/>
                <a:cs typeface="Arial"/>
              </a:rPr>
              <a:t>Android Studio’da adım adım yapılış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700" b="0">
                <a:solidFill>
                  <a:srgbClr val="BECCD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ECCD7"/>
                </a:solidFill>
                <a:latin typeface="Arial"/>
                <a:ea typeface="Arial"/>
                <a:cs typeface="Arial"/>
              </a:rPr>
              <a:t>Gerçek proje kodları ve temsili ekranlar</a:t>
            </a:r>
          </a:p>
        </p:txBody>
      </p:sp>
    </p:spTree>
    <p:extLst>
      <p:ext uri="{BB962C8B-B14F-4D97-AF65-F5344CB8AC3E}">
        <p14:creationId xmlns:p14="http://schemas.microsoft.com/office/powerpoint/2010/main" val="1237400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36946-8D41-490F-8BB9-60E8ED69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BE2B4-66C3-441C-9AFF-80B22BA0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Yapacağımız uygulama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38A69-5851-40D7-8CE6-DE212F8A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XML yerleşimine göre hazırlanmış temsili ekran. Gerçek emülatör görüntüsü değildir.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3080c6b0a45d0"/>
          <a:stretch xmlns:a="http://schemas.openxmlformats.org/drawingml/2006/main"/>
        </p:blipFill>
        <p:spPr>
          <a:xfrm xmlns:a="http://schemas.openxmlformats.org/drawingml/2006/main">
            <a:off x="1533613" y="2667000"/>
            <a:ext cx="3028773" cy="5381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5A47C-4E89-430B-8BD3-D88F89AA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Giriş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C7FBF-C034-47FD-911B-167B27A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52825"/>
            <a:ext cx="7620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EditText kullanıcının yazdığı metni alır.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40080-0C97-442A-B125-B5EAF732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İşlem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2EF1B-249F-4CFD-BB55-DD97A72B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62550"/>
            <a:ext cx="7620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Button tıklanınca Kotlin kodu çalışır.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6DFDB-9269-4861-8D0B-16E1FB36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198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Liste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327CF-2FC2-43E2-BE27-1184D05C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772275"/>
            <a:ext cx="7620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RecyclerView eklenen notları gösterir.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6BAAE0-936F-4B05-91B3-ED2E25FE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 / 35</a:t>
            </a:r>
          </a:p>
        </p:txBody>
      </p:sp>
    </p:spTree>
    <p:extLst>
      <p:ext uri="{BB962C8B-B14F-4D97-AF65-F5344CB8AC3E}">
        <p14:creationId xmlns:p14="http://schemas.microsoft.com/office/powerpoint/2010/main" val="1937282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AC4DD-D444-4641-9CEE-2BDD5E6F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0D82D-66B9-4BF2-B589-DC3CAAD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Yapım sırası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D5556-2196-41BC-B003-D1D56112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Her aşamada tek bir dosyanın görevine odaklanacağız.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E04BD-4C96-4A1C-B663-40611103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1. Ekranlar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E28D7-A54E-4483-A4AF-BCA98CBF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activity_main.xml ile ana ekran. item_note.xml ile tek notun görünümü.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A79DD-0302-451B-B0B6-6ACCF07E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2. Liste bağlantısı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F18E9-2758-4476-82B3-E14D22FC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NoteAdapter.kt ile bir notun satıra nasıl yazılacağını tanımlama.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58C1E-5350-4872-B98A-BAEC8AF3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3. Etkileşim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B0EBE-9D49-44E0-A8E4-BF0E6327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MainActivity.kt ile bileşenleri bağlama, Ekle olayını yazma ve deneme.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4205D-9D45-4435-B8B0-C3BFBE45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 / 35</a:t>
            </a:r>
          </a:p>
        </p:txBody>
      </p:sp>
    </p:spTree>
    <p:extLst>
      <p:ext uri="{BB962C8B-B14F-4D97-AF65-F5344CB8AC3E}">
        <p14:creationId xmlns:p14="http://schemas.microsoft.com/office/powerpoint/2010/main" val="1525606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29B70-0722-4E80-97C4-271187E6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3E9C0-37AF-4A2D-9BB8-54BB8004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Android Studio’da başlangıç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FE2C1-4809-49E7-AE23-F9D17A28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Verilen proje, Kotlin ve XML tabanlı Android Views yapısını kullanır.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E98D1-AC7F-4935-9822-A2A4C51A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Mevcut proje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6C644-780B-47AF-A465-B3075CC0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Open ile not_defteri_uygulamas klasörünü seçin. Gradle eşitlemesinin tamamlanmasını bekleyin.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73DDC-89BA-49D0-84B9-CDFF927E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Sıfırdan çalışma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A7DEF-10CD-4072-8C47-F8BFC0C3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Yeni projede Views tabanlı bir Activity şablonu seçin. Dil Kotlin, bu projedeki minimum SDK 28.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F1C52-3572-4F71-AD21-D3D1C926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İsimler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270D3-317B-41E5-A978-7B56F414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Bu örneğin paket adı com.passanger.not_defteri_uygulamas. Farklı paket kullanırsanız Kotlin package satırlarını uyarlayın.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4DED2-0820-42CF-A424-6646D237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4 / 35</a:t>
            </a:r>
          </a:p>
        </p:txBody>
      </p:sp>
    </p:spTree>
    <p:extLst>
      <p:ext uri="{BB962C8B-B14F-4D97-AF65-F5344CB8AC3E}">
        <p14:creationId xmlns:p14="http://schemas.microsoft.com/office/powerpoint/2010/main" val="1046968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79C95-DBE1-480C-8960-8952F4DC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B0D4D-59E2-4603-82A8-C1BE9EE4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Dosyaların görevleri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7DDE1-B55D-42EF-AE54-01E00BE8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Android görünümünde app altındaki kotlin/java ve res klasörleriyle çalışacağız.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5CF41-A6CF-468E-ABBB-32C9C2FC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res / layout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7EA0A-E025-4DB3-836E-E821968D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activity_main.xml bütün ekranı, item_note.xml tek bir not satırını tanımlar.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1A710-ACCE-4EBC-9912-C285232C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kotlin /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6CA20-6129-4A69-8ECC-128944BF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MainActivity.kt ekran davranışını, NoteAdapter.kt liste satırlarını yönetir.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D10D6-D762-479D-94A9-131A0D07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Yapılandırma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487BA-5AD2-45E8-838B-0C1EF1C7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AndroidManifest.xml başlangıç Activity’sini belirler. app/build.gradle.kts bağımlılıkları tanımlar.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F684E-4C3E-4892-BD93-6141DEA5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5 / 35</a:t>
            </a:r>
          </a:p>
        </p:txBody>
      </p:sp>
    </p:spTree>
    <p:extLst>
      <p:ext uri="{BB962C8B-B14F-4D97-AF65-F5344CB8AC3E}">
        <p14:creationId xmlns:p14="http://schemas.microsoft.com/office/powerpoint/2010/main" val="1622532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EA611-4AC7-4CAB-9132-90F80019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0576C-4952-4A5E-9629-D82E3FA7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Projenin derleme ayarları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2729D-988A-49B9-A180-804F3A87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Bunlar paylaşılan projedeki değerlerdir. Yeni projelerde sürüm numaraları farklı olabilir.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48D1A-4AD2-40FE-B194-E938D7C2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SDK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916D5-9E51-4F30-8119-2AC781BC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minSdk 28, targetSdk 36 ve compileSdk 37.1. Gerekli SDK paketleri kurulu olmalı.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F4C71-3A8D-4BE3-8B82-CB67A8C8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Bağımlılıklar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A8B2C-9D1F-4118-9E5D-2C1A1AC7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AppCompat, Material, Activity ve ConstraintLayout kullanılıyor. Sürümler gradle/libs.versions.toml içinde.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2DBD2-779A-40FB-B3E5-328602C8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RecyclerView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FABFF-C35A-4EC0-854F-F2B7F3FC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Bu projede dolaylı bağımlılık olarak geliyor. Yeni projede çözümlenmezse androidx.recyclerview:recyclerview bağımlılığını açıkça ekleyin.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C56AC-1982-48D9-85A7-1384E9E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6 / 35</a:t>
            </a:r>
          </a:p>
        </p:txBody>
      </p:sp>
    </p:spTree>
    <p:extLst>
      <p:ext uri="{BB962C8B-B14F-4D97-AF65-F5344CB8AC3E}">
        <p14:creationId xmlns:p14="http://schemas.microsoft.com/office/powerpoint/2010/main" val="475106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08038-B92E-423E-B32E-F8E86D2D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C53CD-AB6C-4A42-B1D7-F4B224AE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1. Ana ekranın kök yerleşimi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71023-B52A-47D8-B3D7-8F5EC93F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res/layout/activity_main.xml dosyasında kök bileşen ConstraintLayout olur.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C5797-B3CA-4478-996D-A28382B0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1F0EF-133A-4140-9790-726CC22E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&lt;androidx.constraintlayout.widget.ConstraintLayout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5A5F2-1946-4B66-8858-C6E82AD9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xmlns:android=</a:t>
            </a:r>
            <a:r>
              <a:rPr>
                <a:solidFill>
                  <a:srgbClr val="397425"/>
                </a:solidFill>
              </a:rPr>
              <a:t>"http://schemas.android.com/apk/res/android"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950F7-4428-47AE-AD2A-12D34963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xmlns:app=</a:t>
            </a:r>
            <a:r>
              <a:rPr>
                <a:solidFill>
                  <a:srgbClr val="397425"/>
                </a:solidFill>
              </a:rPr>
              <a:t>"http://schemas.android.com/apk/res-auto"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3503-8A33-48F6-9D0F-64CC6AD4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android:id=</a:t>
            </a:r>
            <a:r>
              <a:rPr>
                <a:solidFill>
                  <a:srgbClr val="397425"/>
                </a:solidFill>
              </a:rPr>
              <a:t>"@+id/main"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BB379-F974-4448-B032-34B8AA25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android:layout_width=</a:t>
            </a:r>
            <a:r>
              <a:rPr>
                <a:solidFill>
                  <a:srgbClr val="397425"/>
                </a:solidFill>
              </a:rPr>
              <a:t>"match_parent"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3FAD0-40BF-43D4-A57E-7E4DE86F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android:layout_height=</a:t>
            </a:r>
            <a:r>
              <a:rPr>
                <a:solidFill>
                  <a:srgbClr val="397425"/>
                </a:solidFill>
              </a:rPr>
              <a:t>"match_parent"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C45AD-3AFD-452E-9B38-586FC392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android:padding=</a:t>
            </a:r>
            <a:r>
              <a:rPr>
                <a:solidFill>
                  <a:srgbClr val="397425"/>
                </a:solidFill>
              </a:rPr>
              <a:t>"16dp"</a:t>
            </a:r>
            <a: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9A110-EDCC-4961-893D-CF9AC7BF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BE77D-BFD2-4C1E-8C5A-6C7E21C5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&lt;!-- Sonraki üç bileşen buraya eklenecek. --&gt;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23F5C-44FA-431F-B3B0-3615FA61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FE689-3E4D-48BA-8BFF-D9BBD86F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960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&lt;/androidx.constraintlayout.widget.ConstraintLayout&gt;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E0206-E5CB-4455-BBD1-D0AC93DE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match_parent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B4A58-7208-40C9-99BD-0E751DBC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Yerleşim, kendisine ayrılan ekran alanını doldurur.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8878D-B475-46A4-BF59-64F6942A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ConstraintLayout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0644E7-674E-4DCE-A3A4-B56EB95D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İç bileşenlerin kenarlarını birbirine veya parent’a bağlarız.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34D8C-1C58-48EA-853C-A789E77A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57207-FB44-4B6E-B2F2-8E7DABF8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Sonraki üç XML parçasını bu etiketin içine yerleştirin.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A45FA6-BBF1-4440-992F-A22D578B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activity_main.xml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9460C-84C9-48A5-B8C1-DC579AF3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7 / 35</a:t>
            </a:r>
          </a:p>
        </p:txBody>
      </p:sp>
    </p:spTree>
    <p:extLst>
      <p:ext uri="{BB962C8B-B14F-4D97-AF65-F5344CB8AC3E}">
        <p14:creationId xmlns:p14="http://schemas.microsoft.com/office/powerpoint/2010/main" val="519491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DA3DD-9E7A-4CFC-BD04-14EDE117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E1ABF-A70A-4D91-BC5F-3E908B53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2. Not giriş alanı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F4C81-882E-4442-A442-F17D0D93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EditText metin girmek için kullanılır. Kimliği editTextNote olacak.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6A2D2-8B08-4C9B-8448-374ED8A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A7F32-78C9-45B4-AB49-50A983E2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&lt;EditText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A35D9-E379-4F88-BCF7-A54900C0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android:id=</a:t>
            </a:r>
            <a:r>
              <a:rPr>
                <a:solidFill>
                  <a:srgbClr val="397425"/>
                </a:solidFill>
              </a:rPr>
              <a:t>"@+id/editTextNote"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02949-7D93-4E2A-8B50-BA730E41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android:layout_width=</a:t>
            </a:r>
            <a:r>
              <a:rPr>
                <a:solidFill>
                  <a:srgbClr val="397425"/>
                </a:solidFill>
              </a:rPr>
              <a:t>"0dp"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90484-9BB2-461B-8CAA-DAE7DFAF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android:layout_height=</a:t>
            </a:r>
            <a:r>
              <a:rPr>
                <a:solidFill>
                  <a:srgbClr val="397425"/>
                </a:solidFill>
              </a:rPr>
              <a:t>"wrap_content"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2B528-A2B3-4427-8A9B-7BCA3D84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android:hint=</a:t>
            </a:r>
            <a:r>
              <a:rPr>
                <a:solidFill>
                  <a:srgbClr val="397425"/>
                </a:solidFill>
              </a:rPr>
              <a:t>"Notunuzu buraya yazın..."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2D829-E7D7-48CB-88CF-55355A8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app:layout_constraintEnd_toStartOf=</a:t>
            </a:r>
            <a:r>
              <a:rPr>
                <a:solidFill>
                  <a:srgbClr val="397425"/>
                </a:solidFill>
              </a:rPr>
              <a:t>"@+id/buttonAdd"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CC890-9339-4FB9-9EE2-3C4A48E9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app:layout_constraintStart_toStartOf=</a:t>
            </a:r>
            <a:r>
              <a:rPr>
                <a:solidFill>
                  <a:srgbClr val="397425"/>
                </a:solidFill>
              </a:rPr>
              <a:t>"parent"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CB107-B076-477A-A332-1FB4DCC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app:layout_constraintTop_toTopOf=</a:t>
            </a:r>
            <a:r>
              <a:rPr>
                <a:solidFill>
                  <a:srgbClr val="397425"/>
                </a:solidFill>
              </a:rPr>
              <a:t>"parent"</a:t>
            </a:r>
            <a:r>
              <a:t> /&gt;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74B01-AC0C-47BC-93FF-DD1F3D82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0dp genişlik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3F1A1-5CE0-46C1-97DA-D252928A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ConstraintLayout içinde iki yatay bağ arasındaki alanı doldurur.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3A440-2A07-44AA-8F20-9D4B72E1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Bağlar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3D599-F33B-459D-8F2A-87AA8978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Sol kenar parent’a, sağ kenar Ekle düğmesinin başlangıcına bağlıdır.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64367-EA7C-40A2-9114-885FAA0C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E78CB-85B0-4891-9034-B2F21C43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hint, kullanıcı henüz yazmamışken görünen ipucudur.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7B468-2F73-4FA8-8FEE-E6EB6961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activity_main.xml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836C4-78B3-4FBE-92D6-FE8ABD16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8 / 35</a:t>
            </a:r>
          </a:p>
        </p:txBody>
      </p:sp>
    </p:spTree>
    <p:extLst>
      <p:ext uri="{BB962C8B-B14F-4D97-AF65-F5344CB8AC3E}">
        <p14:creationId xmlns:p14="http://schemas.microsoft.com/office/powerpoint/2010/main" val="1565268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C634D-4665-4392-AA8E-5DA54BBE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F126E-746B-4040-BDD1-25E93174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3. Ekle düğmesi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81595-C1CE-4BCB-B66A-EB1D767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Button, ekranın sağ üst tarafında yer alır.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B4A08-DB40-45C4-A78C-F9E61416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EED53-83BD-4FAC-B96E-709A0377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&lt;Button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4D1E1-16A0-4E9E-8AA5-09D997B4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android:id=</a:t>
            </a:r>
            <a:r>
              <a:rPr>
                <a:solidFill>
                  <a:srgbClr val="397425"/>
                </a:solidFill>
              </a:rPr>
              <a:t>"@+id/buttonAdd"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F2693-7138-426E-ADBA-44F77907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android:layout_width=</a:t>
            </a:r>
            <a:r>
              <a:rPr>
                <a:solidFill>
                  <a:srgbClr val="397425"/>
                </a:solidFill>
              </a:rPr>
              <a:t>"wrap_content"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27B8D-A3AF-48C3-8872-B625D997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android:layout_height=</a:t>
            </a:r>
            <a:r>
              <a:rPr>
                <a:solidFill>
                  <a:srgbClr val="397425"/>
                </a:solidFill>
              </a:rPr>
              <a:t>"wrap_content"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38D83-6386-4B3E-8AFC-D7258078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android:text=</a:t>
            </a:r>
            <a:r>
              <a:rPr>
                <a:solidFill>
                  <a:srgbClr val="397425"/>
                </a:solidFill>
              </a:rPr>
              <a:t>"Ekle"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FA60D-9924-402A-A225-88911DE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app:layout_constraintEnd_toEndOf=</a:t>
            </a:r>
            <a:r>
              <a:rPr>
                <a:solidFill>
                  <a:srgbClr val="397425"/>
                </a:solidFill>
              </a:rPr>
              <a:t>"parent"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90965-A3DE-4981-959B-E32E89EB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app:layout_constraintTop_toTopOf=</a:t>
            </a:r>
            <a:r>
              <a:rPr>
                <a:solidFill>
                  <a:srgbClr val="397425"/>
                </a:solidFill>
              </a:rPr>
              <a:t>"parent"</a:t>
            </a:r>
            <a:r>
              <a:t> /&gt;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73964-52AF-4157-A8D3-CFED60FE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wrap_content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98A3D-F6B9-435E-BCC3-BF67CE70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Düğmenin boyutu kendi içeriğine göre belirlenir.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558BD-A3C4-4731-845E-F1D3F36D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Henüz davranış yok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3BE1E-4B2C-4857-A1AE-C65DA8F7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XML yalnız görünümü tanımlar. Tıklama işlemini Kotlin tarafında yazacağız.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6CF13-6492-4E87-ABB1-7FDA7CA5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901F8-15FC-4152-A2F5-E09CBD3E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buttonAdd kimliği, Kotlin kodunda bu düğmeyi bulmamızı sağlar.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00EA0-9FBC-453A-8FC9-F50D063B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activity_main.xml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5EA54-545D-44AA-97B4-A0A7A6AF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9 / 35</a:t>
            </a:r>
          </a:p>
        </p:txBody>
      </p:sp>
    </p:spTree>
    <p:extLst>
      <p:ext uri="{BB962C8B-B14F-4D97-AF65-F5344CB8AC3E}">
        <p14:creationId xmlns:p14="http://schemas.microsoft.com/office/powerpoint/2010/main" val="18891792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6B842-1306-4518-8056-D7C91919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1F429-6BE6-4ED4-B424-8128B4A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4. Notların liste alanı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40680-E3EA-4081-94E3-EEE47FC7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RecyclerView giriş alanının altında kalan bölgeyi kullanır.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1E631-6600-453F-9882-499E0861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350C0-323E-4B99-90B5-8DE81D75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&lt;androidx.recyclerview.widget.RecyclerView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0D003-DAED-412E-BE55-165D9C61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android:id=</a:t>
            </a:r>
            <a:r>
              <a:rPr>
                <a:solidFill>
                  <a:srgbClr val="397425"/>
                </a:solidFill>
              </a:rPr>
              <a:t>"@+id/recyclerViewNotes"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CA0C9-9B91-4493-A1D5-EAB40312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android:layout_width=</a:t>
            </a:r>
            <a:r>
              <a:rPr>
                <a:solidFill>
                  <a:srgbClr val="397425"/>
                </a:solidFill>
              </a:rPr>
              <a:t>"0dp"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720BF-8D84-4585-B853-CE754338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android:layout_height=</a:t>
            </a:r>
            <a:r>
              <a:rPr>
                <a:solidFill>
                  <a:srgbClr val="397425"/>
                </a:solidFill>
              </a:rPr>
              <a:t>"0dp"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3E2EB-38C5-4E58-ACC6-38833732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android:layout_marginTop=</a:t>
            </a:r>
            <a:r>
              <a:rPr>
                <a:solidFill>
                  <a:srgbClr val="397425"/>
                </a:solidFill>
              </a:rPr>
              <a:t>"16dp"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D7855-EA72-46D3-8EC6-7BC3FEA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app:layout_constraintBottom_toBottomOf=</a:t>
            </a:r>
            <a:r>
              <a:rPr>
                <a:solidFill>
                  <a:srgbClr val="397425"/>
                </a:solidFill>
              </a:rPr>
              <a:t>"parent"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170DC-EFE1-44EF-9746-41201F1D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app:layout_constraintEnd_toEndOf=</a:t>
            </a:r>
            <a:r>
              <a:rPr>
                <a:solidFill>
                  <a:srgbClr val="397425"/>
                </a:solidFill>
              </a:rPr>
              <a:t>"parent"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160C4-E25D-477A-88D1-EC9B547E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app:layout_constraintStart_toStartOf=</a:t>
            </a:r>
            <a:r>
              <a:rPr>
                <a:solidFill>
                  <a:srgbClr val="397425"/>
                </a:solidFill>
              </a:rPr>
              <a:t>"parent"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EA1EF-1A73-43BE-BB46-084D0761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app:layout_constraintTop_toBottomOf=</a:t>
            </a:r>
            <a:r>
              <a:rPr>
                <a:solidFill>
                  <a:srgbClr val="397425"/>
                </a:solidFill>
              </a:rPr>
              <a:t>"@+id/editTextNote"</a:t>
            </a:r>
            <a:r>
              <a:t> /&gt;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19949-AA78-49E4-9B43-C99EA92E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Dört kenar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C17B4-11EC-4A21-8A69-3E83056C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Üst kenar giriş alanına, diğer kenarlar parent’a bağlıdır.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B2E9D-3305-436A-ACA3-87EC02FB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Boş liste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545E8-A035-4C38-A96C-05A97E13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Tasarım hazır olsa da henüz veri ve adaptör bağlamadık.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2744B-7E14-4FC5-99D5-1EF6BB1C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6C8A9-1F52-4E36-A7F7-8B59A86C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marginTop, giriş ile liste arasında 16dp boşluk bırakır.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57654-46CA-4EF5-9363-CABC2308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activity_main.xml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3F6C1-341A-4E6E-B792-73F0A4F7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10 / 35</a:t>
            </a:r>
          </a:p>
        </p:txBody>
      </p:sp>
    </p:spTree>
    <p:extLst>
      <p:ext uri="{BB962C8B-B14F-4D97-AF65-F5344CB8AC3E}">
        <p14:creationId xmlns:p14="http://schemas.microsoft.com/office/powerpoint/2010/main" val="1424169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DD5B3-A1EE-42A2-9358-5D682665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D60FE-05B8-44AC-A14F-0F260F6C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Ana ekran hazır olduğunda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42A7B-800D-4016-8C06-3A817BA5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XML dosyasını Android Studio’da Design veya Split görünümünde inceleyin.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D1D3B-736B-46AA-A9D6-35641462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Üst bölüm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A97F3-39B0-4B7D-A05C-BB055101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EditText ve Ekle düğmesi yan yana durmalı.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1EB90-52B7-4A54-B45F-564DB858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Alt bölüm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636B3-A302-4F53-A28E-CE645E54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RecyclerView giriş alanının altında kalan alanı kullanmalı.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639E1-53A7-44A6-A4B8-188B6181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Kimlikler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09CCE-3949-42ED-9EEB-3B9589F1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main, editTextNote, buttonAdd ve recyclerViewNotes adlarını kontrol edin.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D4A57-1CA5-4F32-AFAA-0C9AF858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11 / 35</a:t>
            </a:r>
          </a:p>
        </p:txBody>
      </p:sp>
    </p:spTree>
    <p:extLst>
      <p:ext uri="{BB962C8B-B14F-4D97-AF65-F5344CB8AC3E}">
        <p14:creationId xmlns:p14="http://schemas.microsoft.com/office/powerpoint/2010/main" val="442330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1CDD1-999A-4022-83D3-34F9B211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D97DF-FAC6-4533-8F73-771E25A4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5. Tek not satırının tasarımı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EFC5C-55C1-4E9C-B1A2-6DDA7B34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res/layout içinde item_note.xml dosyasını oluşturun.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BA15C-C423-4CE0-8D38-0661E039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EB76F-2F77-4384-B71C-F659755A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&lt;LinearLayout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8F01F-0C9E-48EE-AF1D-C66C1260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xmlns:android=</a:t>
            </a:r>
            <a:r>
              <a:rPr>
                <a:solidFill>
                  <a:srgbClr val="397425"/>
                </a:solidFill>
              </a:rPr>
              <a:t>"http://schemas.android.com/apk/res/android"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C7074-1A2D-448E-B199-1C01147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android:layout_width=</a:t>
            </a:r>
            <a:r>
              <a:rPr>
                <a:solidFill>
                  <a:srgbClr val="397425"/>
                </a:solidFill>
              </a:rPr>
              <a:t>"match_parent"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6078A-31AB-44E2-A1EA-683264F4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android:layout_height=</a:t>
            </a:r>
            <a:r>
              <a:rPr>
                <a:solidFill>
                  <a:srgbClr val="397425"/>
                </a:solidFill>
              </a:rPr>
              <a:t>"wrap_content"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B4A62-7247-4F47-A32B-69FE1331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android:orientation=</a:t>
            </a:r>
            <a:r>
              <a:rPr>
                <a:solidFill>
                  <a:srgbClr val="397425"/>
                </a:solidFill>
              </a:rPr>
              <a:t>"vertical"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D2AAE-46ED-4AFC-9ACB-1E8978C7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android:padding=</a:t>
            </a:r>
            <a:r>
              <a:rPr>
                <a:solidFill>
                  <a:srgbClr val="397425"/>
                </a:solidFill>
              </a:rPr>
              <a:t>"12dp"</a:t>
            </a:r>
            <a: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D56A8-2E5A-453C-A59F-377C946C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&lt;TextView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D9AEB-2127-4E61-8A0E-46287C8F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android:id=</a:t>
            </a:r>
            <a:r>
              <a:rPr>
                <a:solidFill>
                  <a:srgbClr val="397425"/>
                </a:solidFill>
              </a:rPr>
              <a:t>"@+id/textViewNoteText"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F2954-DBF6-4B2D-9DAA-1CC50F64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972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android:layout_width=</a:t>
            </a:r>
            <a:r>
              <a:rPr>
                <a:solidFill>
                  <a:srgbClr val="397425"/>
                </a:solidFill>
              </a:rPr>
              <a:t>"match_parent"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0139D-9529-42E8-B526-48A3397E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android:layout_height=</a:t>
            </a:r>
            <a:r>
              <a:rPr>
                <a:solidFill>
                  <a:srgbClr val="397425"/>
                </a:solidFill>
              </a:rPr>
              <a:t>"wrap_content"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605C4-D7AF-47E7-BB82-ACC75519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android:textSize=</a:t>
            </a:r>
            <a:r>
              <a:rPr>
                <a:solidFill>
                  <a:srgbClr val="397425"/>
                </a:solidFill>
              </a:rPr>
              <a:t>"16sp"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39531-94EB-4199-90F3-EC95E8A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android:textColor=</a:t>
            </a:r>
            <a:r>
              <a:rPr>
                <a:solidFill>
                  <a:srgbClr val="397425"/>
                </a:solidFill>
              </a:rPr>
              <a:t>"@android:color/black"</a:t>
            </a:r>
            <a:r>
              <a:t> /&gt;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C491A-1909-4F10-AE8F-37D705DD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00825"/>
            <a:ext cx="8782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&lt;/LinearLayout&gt;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9E60A-3B3C-418B-92F0-A5A536D3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Satır şablonu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8A213-53AE-4C31-9630-6800D11A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Her not bu görünümü kullanır. Metni XML’de sabitlemiyoruz.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910FE-703E-43F7-A209-B72B0A77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dp ve sp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F7E11-F5EF-402E-BDE1-A468663B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İç boşluk için dp, yazı büyüklüğü için sp kullanılıyor.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2E8E7-8945-4C42-B9D6-25345F3C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BC10B-8141-41FB-9CAB-2725601D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TextView’ın içeriğini adaptör, listedeki nottan alacak.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DD58B-1ADA-4E5C-B4ED-F7BA9756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item_note.xml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A211A-3AFB-4330-A5B6-F73A25D2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12 / 35</a:t>
            </a:r>
          </a:p>
        </p:txBody>
      </p:sp>
    </p:spTree>
    <p:extLst>
      <p:ext uri="{BB962C8B-B14F-4D97-AF65-F5344CB8AC3E}">
        <p14:creationId xmlns:p14="http://schemas.microsoft.com/office/powerpoint/2010/main" val="17707636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38AAD-7D08-4FAE-910F-FB599EE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BF659-FE63-4EE2-8C09-B42F291C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Veri ile ekran arasındaki bağlantı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818D5-08FA-4B1B-AA91-CC4DAB8D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Temsili şema: veri listesi ve satır tasarımı adaptörde buluşur.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af3da4b17409b"/>
          <a:stretch xmlns:a="http://schemas.openxmlformats.org/drawingml/2006/main"/>
        </p:blipFill>
        <p:spPr>
          <a:xfrm xmlns:a="http://schemas.openxmlformats.org/drawingml/2006/main">
            <a:off x="742950" y="2758451"/>
            <a:ext cx="13716000" cy="51034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B550E-78BC-42B6-81A1-3047149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13 / 35</a:t>
            </a:r>
          </a:p>
        </p:txBody>
      </p:sp>
    </p:spTree>
    <p:extLst>
      <p:ext uri="{BB962C8B-B14F-4D97-AF65-F5344CB8AC3E}">
        <p14:creationId xmlns:p14="http://schemas.microsoft.com/office/powerpoint/2010/main" val="19729905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58F1B1-433C-4A40-B44E-2A9939AC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4FB73-4559-4094-A115-84D48AD1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6. NoteAdapter sınıfı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7FC2C-164A-4495-91E5-A2020B64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Aynı Kotlin paketinde NoteAdapter.kt dosyasını oluşturun.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02744-E0F0-4B37-A4B7-67F85F7E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765F0-2DA3-4983-8CE1-00E1278E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NoteAdapter(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5D39E-8003-4A1E-AF55-A3655846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private</a:t>
            </a:r>
            <a:r>
              <a:t>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notes: List&lt;String&gt;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101E4-3520-45A2-A673-B4C78FF4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) : RecyclerView.Adapter&lt;NoteAdapter.NoteViewHolder&gt;()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EA360-3790-47F2-9C97-C8BB1A9F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A470D-A161-4E43-B826-AF2B15A5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67985"/>
                </a:solidFill>
              </a:rPr>
              <a:t>// ViewHolder ve üç override metot buraya gelecek.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78DF0-2795-4645-A36C-5152515F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21688-BBCD-4005-ABB5-1B128C42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DC261-7FE4-4CC2-B65A-BE1D12C9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Kurucu parametresi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224A9-7018-4329-8142-65283AB8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Adaptör gösterilecek not listesini dışarıdan alır. private val notes sınıfın özelliğidir.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A4C7C-02CA-4CCD-953D-0F42DAE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Kalıtım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0C677-5E39-4B27-834F-4A20D147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RecyclerView.Adapter sınıfından türediğimiz için gerekli metotları override edeceğiz.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E654F-D792-4DF3-BE1F-797B615B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E3DC8-FEB2-477A-A3F2-8D7E87A4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Bu iskelet henüz tamamlanmadı. Sonraki dört parçayı içine ekleyin.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76E67-91E7-447A-A71E-F9C8B973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NoteAdapter.kt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318FE-AD5F-4CA1-A532-757AB28D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14 / 35</a:t>
            </a:r>
          </a:p>
        </p:txBody>
      </p:sp>
    </p:spTree>
    <p:extLst>
      <p:ext uri="{BB962C8B-B14F-4D97-AF65-F5344CB8AC3E}">
        <p14:creationId xmlns:p14="http://schemas.microsoft.com/office/powerpoint/2010/main" val="20583723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22E19-5B40-47D5-A7E1-AF0A5C25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9B965-E15B-4D11-B3C8-550BA2B2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7. NoteViewHolder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46B1D-44EE-4F79-B9C9-BA964EEF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 yardımcı sınıfı NoteAdapter gövdesinin içine yazın.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84CC8-B197-4DD2-A693-747AD376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0448C-4FAE-46D2-A391-4B50C376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NoteViewHolder(view: View)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2D7BD-CD5B-4584-B2CF-C6979A03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: RecyclerView.ViewHolder(view) {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6EB4C-24A0-4060-A593-C02D6B48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textViewNote: TextView 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D001A-DCE6-4EFD-A5CC-3ED0AEC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view.findViewById(R.id.textViewNoteText)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FBC12-D4E8-4DB0-972C-BD435078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A5EB1-BF09-4D7C-B6D1-311BC12D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DBCDB-F40C-4A8B-8A24-457A064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Tek not satırının görünümüdür. Üst sınıfın yapılandırıcısına gönderilir.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9546D-4C98-45A3-8C0F-6DE9B266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findViewById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48856-6FC2-44E9-9794-9145B09B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Arama bütün ekranda değil, verilen satır görünümünün içinde yapılır.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46759-60ED-4A73-B081-D33289DD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237D0-A7CB-4550-B668-09B2D63D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textViewNote, satırın yazısını değiştirmek için kullanılır.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AF011-82D2-41ED-B3B7-C64A1E85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NoteAdapter.kt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B09C4-5BDA-444E-8BE8-010526CB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15 / 35</a:t>
            </a:r>
          </a:p>
        </p:txBody>
      </p:sp>
    </p:spTree>
    <p:extLst>
      <p:ext uri="{BB962C8B-B14F-4D97-AF65-F5344CB8AC3E}">
        <p14:creationId xmlns:p14="http://schemas.microsoft.com/office/powerpoint/2010/main" val="8361189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EE4C8-DDF7-47DF-B4BB-35DD016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D14C9-6216-40C8-A746-5BC08DA6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8. Yeni satır görünümü oluşturma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96AD1-F104-4F8F-9277-10402D96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onCreateViewHolder gerektiğinde yeni bir satır görünümü hazırlar.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8496F-8DCB-4F71-987E-306F9477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DEA11-4602-4357-ACEA-225314D9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onCreateViewHolder(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91C2B-09E6-4566-9101-1EB23600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parent: ViewGroup, viewType: 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0CCC1-7EDB-47E5-80A4-8613CBFB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): NoteViewHolder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F6ECA-BB08-4D22-AFA7-F14CE5F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view = LayoutInflater.from(parent.context)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8879F-4673-4C39-8005-F1CA6B49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.inflate(R.layout.item_note, parent, </a:t>
            </a:r>
            <a:r>
              <a:rPr>
                <a:solidFill>
                  <a:srgbClr val="6941A5"/>
                </a:solidFill>
              </a:rPr>
              <a:t>false</a:t>
            </a:r>
            <a: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55D94-88C9-4426-9280-48174FAF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return</a:t>
            </a:r>
            <a:r>
              <a:t> NoteViewHolder(view)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990FF-0123-4D3E-B1EB-1B63F25E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5C546-86F3-4514-AAB3-58A81908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inflate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D7C7F-8610-4FF3-8A34-FB810882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item_note.xml tasarımından kullanılabilir bir View oluşturur.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99F3D-865F-4AD2-8850-080F796D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D8FA2-4DC7-4B86-9BC0-86105D21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Görünümü burada parent’a eklemeyiz. Bağlamayı RecyclerView yönetir.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261D8-DF1C-4199-8863-0F57A747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62FD2-550D-4479-A96D-99609C3A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Oluşturulan görünüm, bir NoteViewHolder içinde döndürülür.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F2773-206F-4036-82A0-29D32324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NoteAdapter.kt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6D14F-EC69-4A65-B742-CF04D268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16 / 35</a:t>
            </a:r>
          </a:p>
        </p:txBody>
      </p:sp>
    </p:spTree>
    <p:extLst>
      <p:ext uri="{BB962C8B-B14F-4D97-AF65-F5344CB8AC3E}">
        <p14:creationId xmlns:p14="http://schemas.microsoft.com/office/powerpoint/2010/main" val="4247736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7498A-3622-4AB7-8577-FC2730E0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94846-A8ED-428E-8D36-A64800D9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9. Satır sayısı ve metin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D1F9C-A697-44F0-AF5F-7F9DC47A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 iki metodu da NoteAdapter gövdesine ekleyin.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43ED6-AA7F-4432-A5A4-6ECD9BAC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C7432-3A69-46A3-B4FE-DDE62ED2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getItemCount(): Int = notes.size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DD44A-4C51-4B7F-A819-731738AF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7E7B4-8E74-4B12-AB03-A6510A31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onBindViewHolder(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63D79-2B80-4F91-811E-E968BB75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holder: NoteViewHolder, position: 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66AEB-5640-45C0-97B0-5398A2A3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) {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F7782-7073-427C-8878-FC6A5979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holder.textViewNote.text = notes[position]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76C66-C8D4-4760-9466-85D4F65B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A165C-2BF2-4648-99F0-EF5C2999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Kaç satır?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0E1D5-E252-468F-BA4A-8F6A5A53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getItemCount listedeki eleman sayısını döndürür.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F3541-AF4E-451D-8AAE-82BE4C0C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Hangi metin?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51764-4F96-4A77-8A93-FF5EF6F2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position 0 ise ilk not, 1 ise ikinci not ilgili TextView’a yazılır.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ED339-7907-4414-A6F2-D4FD3962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0E932-EB81-463B-9951-EA2A79D8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RecyclerView görünüm tutucularını tekrar kullanabilir.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50A53-B301-46FC-9117-4B096892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NoteAdapter.kt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CD5E4-0249-421E-A9F8-2EAC620B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17 / 35</a:t>
            </a:r>
          </a:p>
        </p:txBody>
      </p:sp>
    </p:spTree>
    <p:extLst>
      <p:ext uri="{BB962C8B-B14F-4D97-AF65-F5344CB8AC3E}">
        <p14:creationId xmlns:p14="http://schemas.microsoft.com/office/powerpoint/2010/main" val="4990379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B01F2-88BD-47FF-8066-FDE1B2DE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A645E-8953-42B7-A8ED-6F85D88F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Adaptörde gerekli importlar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503E6-F46D-452C-BBCE-193EE9B7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Android Studio’nun önerdiği doğru importları kullanın.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6066E-87A5-436C-898D-180D9881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Görünüm sınıfları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68ED6-CF24-4D72-9A87-CC5C64C0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android.view.LayoutInflater, android.view.View ve android.view.ViewGroup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8C1A2-DBC8-4E79-AC41-4EE7558B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Metin bileşeni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EC9BE-A2BF-41CC-9DF9-F39852DF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android.widget.TextView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577D4-BC55-43B1-886D-60ABEF25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Liste bileşeni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04C33-C3E7-42A8-823E-F1B79594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androidx.recyclerview.widget.RecyclerView. Dosyanın package satırı MainActivity ile aynı olmalı.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3950B-D04F-49FC-866F-855F2D43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18 / 35</a:t>
            </a:r>
          </a:p>
        </p:txBody>
      </p:sp>
    </p:spTree>
    <p:extLst>
      <p:ext uri="{BB962C8B-B14F-4D97-AF65-F5344CB8AC3E}">
        <p14:creationId xmlns:p14="http://schemas.microsoft.com/office/powerpoint/2010/main" val="15348753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75DB0-2DD1-4516-A6FD-AD618231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756BA-9DE3-4413-A36C-85939BC1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10. MainActivity’nin alanları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ECED2-778D-4BD6-9B14-ACB6D2E0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MainActivity.kt içinde, onCreate metodunun üstüne bu alanları yazın.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00897-8445-46CA-B1A6-FECBD6E1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49480-F4A0-4CC5-93F4-F7D62E9D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class</a:t>
            </a:r>
            <a:r>
              <a:t> MainActivity : AppCompatActivity()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F9FD9-E39B-4952-9252-7A6F6974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private</a:t>
            </a:r>
            <a:r>
              <a:t>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noteList = mutableListOf&lt;String&gt;()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09852-ACEA-4576-A46B-F9FC2B3E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private</a:t>
            </a:r>
            <a:r>
              <a:t> </a:t>
            </a:r>
            <a:r>
              <a:rPr>
                <a:solidFill>
                  <a:srgbClr val="6941A5"/>
                </a:solidFill>
              </a:rPr>
              <a:t>lateinit</a:t>
            </a:r>
            <a:r>
              <a:t> </a:t>
            </a:r>
            <a:r>
              <a:rPr>
                <a:solidFill>
                  <a:srgbClr val="6941A5"/>
                </a:solidFill>
              </a:rPr>
              <a:t>var</a:t>
            </a:r>
            <a:r>
              <a:t> noteAdapter: NoteAdapter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58ABA-D1FB-444E-9674-19A4281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47EA4-E55D-4F95-8282-55899DF1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67985"/>
                </a:solidFill>
              </a:rPr>
              <a:t>// onCreate sonraki adımda buraya gelecek.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F0E73-F5F8-40B4-9C14-89116A1A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111F4-F690-4FAF-9953-9239244A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noteList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7CE57-0209-40F4-80F1-B927FCBD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Başlangıçta boş, değiştirilebilir bir metin listesidir. val, add yapılmasını engellemez.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3A7E6-B3BB-48B9-83B9-BAEEB161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lateinit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EA052-AAF7-4617-8C4C-B7F86585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Adaptöre onCreate içinde değer atayacağız. Atamadan önce okursak hata alırız.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8425C-5CDF-4D13-8803-A41C7D28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02463-DC48-41D9-8549-85F5FE72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noteList veriyi, noteAdapter ekranla bağlantıyı tutar.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949B6-7E4E-467B-B088-D8EA680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MainActivity.kt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0E701-E291-4C61-90F5-3356EDD5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19 / 35</a:t>
            </a:r>
          </a:p>
        </p:txBody>
      </p:sp>
    </p:spTree>
    <p:extLst>
      <p:ext uri="{BB962C8B-B14F-4D97-AF65-F5344CB8AC3E}">
        <p14:creationId xmlns:p14="http://schemas.microsoft.com/office/powerpoint/2010/main" val="2869083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3165E-15CD-47B5-9F04-82B4D638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0E136-2121-4928-8040-77B0AFEF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11. onCreate ile ekranı yükleme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DBA4F-25C3-402F-ADFF-F69B34EE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Android, Activity oluşturulurken onCreate metodunu çağırır.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BB4B3-C50A-4372-BCB6-D2BEB1D3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376AE-2FDC-4FF6-9BFF-EFCC4917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override</a:t>
            </a:r>
            <a:r>
              <a:t> </a:t>
            </a:r>
            <a:r>
              <a:rPr>
                <a:solidFill>
                  <a:srgbClr val="6941A5"/>
                </a:solidFill>
              </a:rPr>
              <a:t>fun</a:t>
            </a:r>
            <a:r>
              <a:t> onCreate(savedInstanceState: Bundle?)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3ABAB-AEF4-4ADE-99CE-F8CD13C4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super</a:t>
            </a:r>
            <a:r>
              <a:t>.onCreate(savedInstanceState)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5CEC2-B69B-4FFF-97E4-ACEADA10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enableEdgeToEdge()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B411C-606E-452F-AA82-CCE0B70B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setContentView(R.layout.activity_main)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3800A-571E-4270-8E19-682FA01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9F966-522B-4279-B107-880CAAB8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67985"/>
                </a:solidFill>
              </a:rPr>
              <a:t>// Sonraki adımlar buraya, bu metodun içine gelecek.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41F34-1A0D-4964-B011-57A11A9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18ADE-1DF7-45EA-84BC-BDA7FE52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super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642FD-4CE7-4315-AF0D-B07C5781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Üst sınıfın başlangıç işlemlerini çalıştırır.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583DB-0990-4459-8B5B-F6A68136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setContentView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C9983-EA23-441C-BC70-B4DCC1BF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activity_main.xml görünümünü yükler. Bileşenleri bundan sonra arayabiliriz.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949A9-B0D6-477F-A9A1-9D2DA1B9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4ED1E-233C-4496-9B7B-BEBA31D2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findViewById çağrılarını setContentView’den sonra yazın.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58F79-E7EB-4311-9180-5F074567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MainActivity.kt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5E6FE-5EEA-4442-8DCA-F32E1849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20 / 35</a:t>
            </a:r>
          </a:p>
        </p:txBody>
      </p:sp>
    </p:spTree>
    <p:extLst>
      <p:ext uri="{BB962C8B-B14F-4D97-AF65-F5344CB8AC3E}">
        <p14:creationId xmlns:p14="http://schemas.microsoft.com/office/powerpoint/2010/main" val="3900561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E83BC-E528-47D8-8A10-9B330899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A67B4-7899-401C-B420-55D8D805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12. Sistem çubukları için boşluk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1A494-B7E2-458A-994A-A3606A20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 bloğu onCreate içinde setContentView satırından sonra ekleyin.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C82FD-088E-42E7-B78F-79EB4B71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D7CD3-7F2D-416D-8463-F2D71289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ViewCompat.setOnApplyWindowInsetsListener(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D2AC7-39AD-4254-9CF1-AD48147F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findViewById(R.id.main)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4C7B9-15E2-406D-94F3-5B1A6974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) { v, insets 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EAD67-09D1-419F-87AB-AF4DD9B2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systemBars = insets.getInsets(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148B5-A548-45CE-90A1-6AF01466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WindowInsetsCompat.Type.systemBars()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BB542-F8FB-463B-A03E-89E098CF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19553-A45A-41A8-BFAA-82D24162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v.setPadding(systemBars.left, systemBars.top,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FAAA0-B105-4D84-AB7F-AC3F8125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systemBars.right, systemBars.bottom)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4A075-2949-4EBD-B467-E1C402BB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insets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7B06D-9862-437D-98F2-D94A90FC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721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6D19F-9F1A-4013-A82F-19E96B94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65CF6-8270-428A-946F-4C9D533E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İçerik, saat ve gezinme çubuklarının altında kalmasın.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52237-0B16-4C96-9A6D-A0C4BA5F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Projeye ait ayrıntı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1D07C-BE2C-4CBB-94EE-50F3EDD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setPadding, XML’deki 16dp padding değerini değiştirir. Aynı boşluklar toplanmış olmaz.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27CE5-52F0-4F75-A4C5-CD820F71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0E3C7-2778-4289-982C-3F7AF902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Bu örnekte sistem boşlukları esas alınır.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1D762-4D58-47E1-AD70-364691B7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MainActivity.kt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34210-D0FD-49F9-AF68-0C6C12AA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21 / 35</a:t>
            </a:r>
          </a:p>
        </p:txBody>
      </p:sp>
    </p:spTree>
    <p:extLst>
      <p:ext uri="{BB962C8B-B14F-4D97-AF65-F5344CB8AC3E}">
        <p14:creationId xmlns:p14="http://schemas.microsoft.com/office/powerpoint/2010/main" val="19630873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707A7-97A3-4F80-8823-6AB497F6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0EC13-F5B8-4A5C-A502-615C403F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13. XML bileşenlerini Kotlin’e bağlama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476A0-EABA-4A73-BD54-10038063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Aynı onCreate içinde bileşenleri kimlikleriyle bulun.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28098-6CAF-4E47-A772-B215DF80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954F1-5F3D-4E5B-83EC-A0933194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val</a:t>
            </a:r>
            <a:r>
              <a:t> editTextNote =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5C81D-8A94-4473-A5C7-FAE6AB17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findViewById&lt;EditText&gt;(R.id.editTextNote)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4CEB0-2D02-42EB-815D-2504CAF9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val</a:t>
            </a:r>
            <a:r>
              <a:t> buttonAdd 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88E79-C69C-4F59-8EFA-10B72E52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findViewById&lt;Button&gt;(R.id.buttonAdd)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2DCA9-C5CE-42E8-A8DD-9EF220C6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val</a:t>
            </a:r>
            <a:r>
              <a:t> recyclerViewNotes =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CA747-C4DF-4BC8-B14E-CD225211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findViewById&lt;RecyclerView&gt;(R.id.recyclerViewNotes)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9ADDA-AC49-4136-ACD6-F335968F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R.id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9A2BA-C978-493E-8ADA-D36C0F75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XML’deki @+id tanımları Kotlin tarafında bu adlarla kullanılır.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351C6-1B28-489F-931F-29BFE37B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Tür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F74FF-0D45-4C0F-A9E7-7337497D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EditText, Button ve RecyclerView türleri XML bileşenleriyle eşleşmelidir.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221A4-E2F6-486B-8117-56C6C100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F8F56-5EAB-4262-A54A-BE51EB59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Kimliklerde büyük/küçük harf farkı da önemlidir.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2DEC4-85AA-426E-BE5E-C51DF1E8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MainActivity.kt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56B93-E2ED-4492-B92F-0F16D03E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22 / 35</a:t>
            </a:r>
          </a:p>
        </p:txBody>
      </p:sp>
    </p:spTree>
    <p:extLst>
      <p:ext uri="{BB962C8B-B14F-4D97-AF65-F5344CB8AC3E}">
        <p14:creationId xmlns:p14="http://schemas.microsoft.com/office/powerpoint/2010/main" val="11104225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9FB87-345A-419A-9F67-C4174C3A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1785E-E492-4161-AD6F-74F6E7F4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14. Adaptörü listeye bağlama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67D65-038E-480D-AB6D-30408A91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Bileşenleri bulduktan sonra bu üç işlemi yapın.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C8487-C0F8-4F4E-AB4E-D79FA929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C2C27-03FD-4A17-8FD7-33DAD46F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noteAdapter = NoteAdapter(noteList)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C2C87-0452-438E-8155-C277E1CA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5B629-C805-4125-ABBF-4BC0095B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recyclerViewNotes.layoutManager 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AA8EB-F5B5-4B8F-A1CE-33FB217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LinearLayoutManager(</a:t>
            </a:r>
            <a:r>
              <a:rPr>
                <a:solidFill>
                  <a:srgbClr val="6941A5"/>
                </a:solidFill>
              </a:rPr>
              <a:t>this</a:t>
            </a:r>
            <a: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701B9-91C6-4273-9857-5B854FFB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F76CB-A7CA-491D-A1F8-9B442084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recyclerViewNotes.adapter = noteAdapter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58FFD-DD00-49F8-A4F8-09FA3871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Aynı liste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ECE31-7C91-4E4B-9508-9B235924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Adaptöre noteList verilir. Burada listenin bir kopyası oluşturulmaz.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E5172-7CB7-4DDF-9097-6F251A73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Düzen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1F6B5-DD99-44FD-A4D8-405A5B5E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LinearLayoutManager, bu kullanımda satırları dikey olarak sıralar.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96AA2-A390-4703-B570-E753ECE7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A1A22-AE25-47E7-94BF-F2FB1ABD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Veri, satır düzeni ve adaptör artık birbirine bağlı.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F2A63-9B32-4969-AD91-54E52607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MainActivity.kt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3EC9A-4D8C-4D54-BF25-CB209409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23 / 35</a:t>
            </a:r>
          </a:p>
        </p:txBody>
      </p:sp>
    </p:spTree>
    <p:extLst>
      <p:ext uri="{BB962C8B-B14F-4D97-AF65-F5344CB8AC3E}">
        <p14:creationId xmlns:p14="http://schemas.microsoft.com/office/powerpoint/2010/main" val="4873250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01492-6A40-48CA-8124-9C05CA2E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FF31B-474E-4FD3-A428-5E09837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15. Ekle düğmesinin davranışı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8035F-AAFC-4A96-98F5-28E650AF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onCreate içindeki son bölüm, tıklama dinleyicisidir.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D8FF3-8015-4953-9560-E2FF8341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İlgili dosyanın kod parçası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342F8-C3B2-4BF6-B203-5408225B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buttonAdd.setOnClickListener {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1A8A3-401D-4989-9DF7-5C2EE8DA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val</a:t>
            </a:r>
            <a:r>
              <a:t> noteText = editTextNote.text.toString().trim()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AC4D4-C472-4EC8-8345-4F074347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</a:t>
            </a:r>
            <a:r>
              <a:rPr>
                <a:solidFill>
                  <a:srgbClr val="6941A5"/>
                </a:solidFill>
              </a:rPr>
              <a:t>if</a:t>
            </a:r>
            <a:r>
              <a:t> (noteText.isNotEmpty()) {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E4823-95BB-4789-9AD6-25A1ED8C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noteList.add(noteText)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B3E4C-B6FA-429E-8104-0549A2A8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noteAdapter.notifyItemInserted(noteList.size - </a:t>
            </a:r>
            <a:r>
              <a:rPr>
                <a:solidFill>
                  <a:srgbClr val="A45110"/>
                </a:solidFill>
              </a:rPr>
              <a:t>1</a:t>
            </a:r>
            <a: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9FE37-7858-45D3-90BF-DCC7DDE7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editTextNote.text.clear()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AC096-7555-409B-B3D0-1590D47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94E26-EDE1-4E38-B7FF-FB1108FC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AD13F-D32B-4060-9CE2-98225D57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Metin kontrolü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0BF36-CAEC-4C1D-8B62-AE25F064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trim baştaki ve sondaki boşlukları temizler. isNotEmpty, boş metni reddeder.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09E7F-F935-4880-A74A-7708C44E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İşlem sırası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B4ECA-C4BA-470C-ACB1-96813591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Önce listeye ekle, sonra adaptöre bildir, en son giriş alanını temizle.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0177F-D11D-4F19-A6F5-52458651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FF99E-B099-4B11-ABE3-A9336EF7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Bu bloktan sonra onCreate ve MainActivity parantezlerini kapatın.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99345-787F-4F13-A76E-103B75F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MainActivity.kt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2900F-7BBA-4698-80A4-54A6E225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24 / 35</a:t>
            </a:r>
          </a:p>
        </p:txBody>
      </p:sp>
    </p:spTree>
    <p:extLst>
      <p:ext uri="{BB962C8B-B14F-4D97-AF65-F5344CB8AC3E}">
        <p14:creationId xmlns:p14="http://schemas.microsoft.com/office/powerpoint/2010/main" val="15487482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88123-AD5F-4119-BB14-F3388DE5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9C6B6-A86C-4171-86CD-C271D991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Yeni satırın konumu neden size - 1?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A5004-258B-4C58-97D5-5B3AA319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Liste indeksleri 0’dan başlar.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809EF-7762-4F49-8ADB-3BC4A7AA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İlk not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5DE32-165C-4FB9-ABD3-EC5BE5FE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Eklemeden sonra size 1 olur. Yeni notun indeksi 1 - 1 = 0’dır.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03424-3FE1-4801-8887-09894BA1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İkinci not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C664F-9E6F-4AFE-90B6-64C32EE7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Eklemeden sonra size 2 olur. Yeni notun indeksi 2 - 1 = 1’dir.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1AD26-078B-4202-A32F-DACA53A7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Bildirim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90746-40F0-46EB-8544-CD2E919F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notifyItemInserted listeye veri eklemez. Yapılan eklemeyi RecyclerView’a bildirir.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2591E-A5BF-4936-83FA-28107A42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25 / 35</a:t>
            </a:r>
          </a:p>
        </p:txBody>
      </p:sp>
    </p:spTree>
    <p:extLst>
      <p:ext uri="{BB962C8B-B14F-4D97-AF65-F5344CB8AC3E}">
        <p14:creationId xmlns:p14="http://schemas.microsoft.com/office/powerpoint/2010/main" val="6615876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96DBE-7C7A-48C5-8351-6F64784D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C38BF-2512-49AA-9A4B-7959C13E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16. Yazma ve ekleme adımları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09243-57DE-4978-B295-BC654722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Temsili ekranlar: boş giriş, yazılan metin ve Ekle sonrası. Gerçek ekran görüntüsü değildir.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1446cb12943c1"/>
          <a:stretch xmlns:a="http://schemas.openxmlformats.org/drawingml/2006/main"/>
        </p:blipFill>
        <p:spPr>
          <a:xfrm xmlns:a="http://schemas.openxmlformats.org/drawingml/2006/main">
            <a:off x="2314575" y="2667000"/>
            <a:ext cx="10572750" cy="5286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DFA8A-3E5D-4368-99AA-818499AA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26 / 35</a:t>
            </a:r>
          </a:p>
        </p:txBody>
      </p:sp>
    </p:spTree>
    <p:extLst>
      <p:ext uri="{BB962C8B-B14F-4D97-AF65-F5344CB8AC3E}">
        <p14:creationId xmlns:p14="http://schemas.microsoft.com/office/powerpoint/2010/main" val="18955527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28A02-1B5A-4145-8494-2C495B1E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52B53-C8AE-480F-9DA2-4D97B4B1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17. Ekle işleminden sonra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2DEAD-3D99-425D-B1C2-01838299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Gerçek uygulamada bu üç sonucu kontrol edin.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60E9D-16E7-4FF1-A3B5-0432FD5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Veri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91A00-28F8-4F19-B8CB-29B2251B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noteList bir eleman büyümeli.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3CE27-25AA-4757-98A3-B3ECBE30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Görünüm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4FD6E-CE8B-451C-BE3C-9DF52250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Yeni not listenin sonunda görünmeli.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9A4AF-C69C-4771-8582-F99878F5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Giriş alanı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3E166-01FC-4606-843B-14F1479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editTextNote.text.clear() giriş alanını boşaltmalı.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9065B-B88E-4EF4-87E1-4CCC2760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27 / 35</a:t>
            </a:r>
          </a:p>
        </p:txBody>
      </p:sp>
    </p:spTree>
    <p:extLst>
      <p:ext uri="{BB962C8B-B14F-4D97-AF65-F5344CB8AC3E}">
        <p14:creationId xmlns:p14="http://schemas.microsoft.com/office/powerpoint/2010/main" val="6031085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975E3-68DD-47BE-B7B3-A138343C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9029A-3A65-4CE6-9C38-A85096B6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18. Boş girişin denenmesi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05F67-AAFB-49F8-BD9B-F6955558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Giriş alanı boşken Ekle düğmesine tekrar basın.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8154E-8DA6-495A-9825-28B276D0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Koşul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FEC5D-37CD-46CD-8495-FE7C597C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isNotEmpty false olur. if gövdesi çalışmaz.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FC3A5-F314-42DA-A296-FE24B8AB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Beklenti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9B37B-5F07-4868-B076-D54EA1DB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Yeni satır oluşmaz. Mevcut notlar listede kalır.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A9D62-B558-41AF-8006-E9D074A4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Mesaj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128AD-8129-4E8F-A84F-BD5D2567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Mevcut uygulama boş giriş için hata mesajı göstermez.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ED9CE-8AE6-4E22-8DCE-31E27E73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28 / 35</a:t>
            </a:r>
          </a:p>
        </p:txBody>
      </p:sp>
    </p:spTree>
    <p:extLst>
      <p:ext uri="{BB962C8B-B14F-4D97-AF65-F5344CB8AC3E}">
        <p14:creationId xmlns:p14="http://schemas.microsoft.com/office/powerpoint/2010/main" val="2768989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A3100-9C9D-4C2E-8AE7-9560E51D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B52F1-D2C2-4BC5-BD5D-F4094F23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MainActivity importları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5FF3F-7D6C-4F61-A6E9-01ACF4A2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package satırının altına, sınıf tanımından önce yazılır.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58D4E-B7B0-45E1-B5DF-0DFFAFDB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Dosyanın başındaki importlar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17EA2-6B13-4049-8779-D899CB3D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import</a:t>
            </a:r>
            <a:r>
              <a:t> android.os.Bundle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5D0E2-36B3-40E1-925D-7FF5CDE8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import</a:t>
            </a:r>
            <a:r>
              <a:t> android.widget.Button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C1BD6-FB0D-4809-A36A-96396557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import</a:t>
            </a:r>
            <a:r>
              <a:t> android.widget.EditText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A1CC3-9765-4D1F-8480-20DCD1B7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import</a:t>
            </a:r>
            <a:r>
              <a:t> androidx.activity.enableEdgeToEdge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70C1E-6E3B-45FA-B440-F31A60F9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import</a:t>
            </a:r>
            <a:r>
              <a:t> androidx.appcompat.app.AppCompatActivity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C8113-A675-4D53-A882-CB16D16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import</a:t>
            </a:r>
            <a:r>
              <a:t> androidx.core.view.ViewCompat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2FF10-8851-40F8-9AC7-8AD7F7B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import</a:t>
            </a:r>
            <a:r>
              <a:t> androidx.core.view.WindowInsetsCompat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2746B-5E02-4E83-B1D7-622823BD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import</a:t>
            </a:r>
            <a:r>
              <a:t> androidx.recyclerview.widget.LinearLayoutManager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BB1B6-883D-49A3-9F48-F41D0F82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941A5"/>
                </a:solidFill>
              </a:rPr>
              <a:t>import</a:t>
            </a:r>
            <a:r>
              <a:t> androidx.recyclerview.widget.RecyclerView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DD2DE-6A48-4BE1-99F4-1634532D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Paket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3FF35-FEDE-40CC-ACB0-F055C653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Dosyanın package satırı en üstte kalır. Kendi projenizin paket adıyla eşleşmelidir.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B5AC7-B6D9-44B4-9BE9-5DBDE9BD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Import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C3BDD-7E3B-4C8F-B4B5-197A49B8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Kullanılan Android ve AndroidX sınıflarının hangi paketten geldiğini belirtir.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686B7-FD62-4867-884B-BC53E47E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075DD-1DDB-4D27-A31E-A7B84AB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Android Studio çoğu importu otomatik önerebilir.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06E12-3E4B-4445-9D40-DAAA84B3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MainActivity.kt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69FF7-E36F-448B-8E86-DD1EBE50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29 / 35</a:t>
            </a:r>
          </a:p>
        </p:txBody>
      </p:sp>
    </p:spTree>
    <p:extLst>
      <p:ext uri="{BB962C8B-B14F-4D97-AF65-F5344CB8AC3E}">
        <p14:creationId xmlns:p14="http://schemas.microsoft.com/office/powerpoint/2010/main" val="157204322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BDCF6-B6E4-4EAD-8D50-3FF44C54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F95DB-8543-4EC0-9EA8-3AA45F4D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Başlangıç Activity’si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BC0BB-AC4D-4D2B-9DF8-243BCD8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AndroidManifest.xml içinde application etiketinin altında bulunur.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55763-2977-4376-BAD5-1F9C22C9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71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Başlatıcı Activity kaydı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582E1-119C-471C-B9CC-16EC2F29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&lt;activity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BD395-1BE8-4821-B662-221132AB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android:name=</a:t>
            </a:r>
            <a:r>
              <a:rPr>
                <a:solidFill>
                  <a:srgbClr val="397425"/>
                </a:solidFill>
              </a:rPr>
              <a:t>".MainActivity"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55892-1F49-4970-BB1E-60526BB4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android:exported=</a:t>
            </a:r>
            <a:r>
              <a:rPr>
                <a:solidFill>
                  <a:srgbClr val="397425"/>
                </a:solidFill>
              </a:rPr>
              <a:t>"true"</a:t>
            </a:r>
            <a: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00D89-DCD3-4730-B141-2734DB95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&lt;intent-filter&gt;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33890-40DA-442E-8F6A-4EBD404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&lt;action android:name=</a:t>
            </a:r>
            <a:r>
              <a:rPr>
                <a:solidFill>
                  <a:srgbClr val="397425"/>
                </a:solidFill>
              </a:rPr>
              <a:t>"android.intent.action.MAIN"</a:t>
            </a:r>
            <a:r>
              <a:t> /&gt;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E16B6-8518-4F96-8229-BAA9EFCD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    &lt;category android:name=</a:t>
            </a:r>
            <a:r>
              <a:rPr>
                <a:solidFill>
                  <a:srgbClr val="397425"/>
                </a:solidFill>
              </a:rPr>
              <a:t>"android.intent.category.LAUNCHER"</a:t>
            </a:r>
            <a:r>
              <a:t> /&gt;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ED16C-8EC6-4510-8CF3-2BAF801F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    &lt;/intent-filter&gt;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E7B62-84BC-463A-B032-D4FA5F62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F3D"/>
                </a:solidFill>
                <a:latin typeface="Consolas"/>
                <a:ea typeface="Consolas"/>
                <a:cs typeface="Consolas"/>
              </a:defRPr>
            </a:pPr>
            <a:r>
              <a:t>&lt;/activity&gt;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B3751-E6CC-45DC-858A-09E5AF95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00375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MainActivity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37643-06C1-4402-BEB4-EBD87C41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71875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Uygulama simgesinden açılan ekranı belirtir.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72A15-2FE8-430A-A671-D3E1F26A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19700"/>
            <a:ext cx="451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Diğer ayarlar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39C1B-E2D5-49C8-8B7E-5EFF7989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91200"/>
            <a:ext cx="4514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application etiketi, tema ve simge kaynakları proje şablonunda kalır.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F7AF5-978B-46FA-8E65-D6AE2D65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9617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0EE19-073B-4C22-947B-2CD9C9E7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7458075"/>
            <a:ext cx="1181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NoteAdapter bir Activity değildir; manifest kaydı gerekmez.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DFD41-D3B1-4400-9F9F-845926F1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AndroidManifest.xml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713FF-75F3-4FB7-B525-A273078B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30 / 35</a:t>
            </a:r>
          </a:p>
        </p:txBody>
      </p:sp>
    </p:spTree>
    <p:extLst>
      <p:ext uri="{BB962C8B-B14F-4D97-AF65-F5344CB8AC3E}">
        <p14:creationId xmlns:p14="http://schemas.microsoft.com/office/powerpoint/2010/main" val="15992010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180DE-8524-48FE-8602-B77C3A10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6EE8C-AE6C-4A28-AEC5-FDF3C154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Dosyaları birleştirme kontrolü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DA73C-255B-4741-BA42-5EEA181F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Kod parçaları ayrı uygulamalar değildir. Her parça belirtilen dosyada yer alır.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00710-C43A-44C5-8057-82B48D79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XML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A6F00-6243-4D35-AB27-1662C233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Ana ekranda üç bileşen ConstraintLayout içinde. Satır XML’i ayrı dosyada.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73912-5595-4F71-9D68-0114DD55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NoteAdapter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F79A9-4C38-411F-A911-7D03147A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İçinde NoteViewHolder ve üç override metot var. Hepsi aynı sınıfın üyeleri.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F757C-9BA5-4AF5-AFD8-D7B7EB49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MainActivity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60F16-07EE-404C-8FA1-F86FCF85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Alanlar sınıf içinde. Ekran yükleme, bağlantılar ve tıklama bloğu onCreate içinde.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8BDA0-62FC-45E4-8D64-44E08D90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31 / 35</a:t>
            </a:r>
          </a:p>
        </p:txBody>
      </p:sp>
    </p:spTree>
    <p:extLst>
      <p:ext uri="{BB962C8B-B14F-4D97-AF65-F5344CB8AC3E}">
        <p14:creationId xmlns:p14="http://schemas.microsoft.com/office/powerpoint/2010/main" val="9512753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85718-66E4-4C0E-BE12-541F972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EEF59-5DFE-4321-BC96-030A260D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Çalıştırma ve kontrol listesi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6D257-FB4D-4387-9322-99B0943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Run ile uygulamayı uygun emülatöre veya bağlı Android cihaza yükleyin.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56D44-8E8D-4310-B2D8-9A5BEB2F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Temel deneme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C6A2E-FF41-4D38-9E3E-D11B0FD2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İki not ekleyin. Sıra korunsun ve her başarılı eklemede giriş alanı temizlensin.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22B77-81A0-4AD5-B726-2C104D53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Boşluk ve tekrar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B4662-5E76-41FA-B8CB-73F414CC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Yalnız boşluk eklenmesin. Aynı metin ikinci kez yazılırsa mevcut uygulama tekrar ekler.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042AA-A535-41F1-9204-59883609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Uzun metin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FEFD0-FE82-4F84-8962-25B25252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Uzun bir not ekleyin. Satırın yüksekliğini ve listenin kaydırılmasını gözlemleyin.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4ABA7-FB94-4C07-8CCA-C3FAB55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32 / 35</a:t>
            </a:r>
          </a:p>
        </p:txBody>
      </p:sp>
    </p:spTree>
    <p:extLst>
      <p:ext uri="{BB962C8B-B14F-4D97-AF65-F5344CB8AC3E}">
        <p14:creationId xmlns:p14="http://schemas.microsoft.com/office/powerpoint/2010/main" val="6986827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57284-14BD-4B14-8D93-DA71D920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9304D-B76F-491B-9A31-CB7D0A33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Projede dikkat edilecek ayrıntılar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BEED9-B625-4991-84C7-98C5CD63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Bu noktalar, mevcut kaynak dosyaların incelenmesinden geliyor.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F39B6-4B3F-4173-8F3C-D1C0DEDB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Manifest kaydı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55942-0A5B-4273-A787-11EFD6D2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AndroidManifest.xml içinde .NoteAdapter2 Activity kaydı var, fakat bu sınıf kaynakta yok. Yeniden kurarken bu kaydı eklemeyin.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DB991-0B2C-4040-A467-FC6874C5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Tema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CE4E1-47A3-4ABF-B256-C0A5EBDE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item_note.xml yazı rengini siyaha sabitliyor. Koyu temada okunabilirliği ayrıca kontrol edin.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05D0E-56F1-4570-AAD7-F9D98B5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Kayıt kapsamı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DA967-78EE-4FF1-887F-E154F987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Notlar yalnız bellekte. Activity yeniden oluştuğunda liste tekrar boş başlayabilir. Kalıcı kayıt kodu yok.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7FDCA-8276-4F34-8FB8-4DFFE1AA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33 / 35</a:t>
            </a:r>
          </a:p>
        </p:txBody>
      </p:sp>
    </p:spTree>
    <p:extLst>
      <p:ext uri="{BB962C8B-B14F-4D97-AF65-F5344CB8AC3E}">
        <p14:creationId xmlns:p14="http://schemas.microsoft.com/office/powerpoint/2010/main" val="10073926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195C6-8E15-409B-8545-548B2DB9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4AD7B-E545-4095-B782-6983F8D8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Sık karşılaşılan hatalar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7AC5C-76C8-4DDC-BA8E-5618693B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Sorunu, dosya adı ve görevine göre arayın.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EE472-313C-459F-BB8D-EDA9B6C6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Kırmızı kimlik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659A9-A8F8-46BE-9A36-66270810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XML’deki id adını ve doğru R importunu kontrol edin. android.R importu bu proje kimliklerini vermez.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D1BBA-B81C-42C7-83E4-E41020F7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Boş liste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3D767-D9C2-48D6-86F3-09570B28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layoutManager ve adapter atamalarını kontrol edin. Veri ekleme sonrası bildirim çağrısı bulunmalı.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DE6CE-F6B7-445A-8E0C-6257FA4C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Eksik sınıf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4AEE1-3907-41F6-AE72-FFB8B87C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Doğru importları, Gradle eşitlemesini ve kütüphane bağımlılıklarını kontrol edin.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E194D-91F1-47A6-B5F3-A74A01BA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34 / 35</a:t>
            </a:r>
          </a:p>
        </p:txBody>
      </p:sp>
    </p:spTree>
    <p:extLst>
      <p:ext uri="{BB962C8B-B14F-4D97-AF65-F5344CB8AC3E}">
        <p14:creationId xmlns:p14="http://schemas.microsoft.com/office/powerpoint/2010/main" val="8192958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D42F5-D80F-4F89-928A-CC1C7E3E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NOT DEFTERİ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63CFF-133A-4356-8745-2B5C215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750" b="1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2F3D"/>
                </a:solidFill>
                <a:latin typeface="Arial"/>
                <a:ea typeface="Arial"/>
                <a:cs typeface="Arial"/>
              </a:rPr>
              <a:t>Uygulama tamamlandıktan sonra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864FE-CCCB-45CF-8BD2-F67CBDB5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3668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Aşağıdakiler mevcut uygulamaya eklenecek yeni geliştirmelerdir.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BB834-A394-455C-B9EE-A6C7A412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Silme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BDFDD-8C4F-49A8-9862-A734D2D8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Satıra silme düğmesi ekleyin. Listeyi güncelleyip doğru konumu adaptöre bildirin.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265BD-D9F5-4722-B186-ADFFFE0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Kalıcı kayıt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79101-5D0B-4662-878C-2E2A7E65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Notların yeniden açılışta gelmesi için bir kayıt katmanı ekleyin.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40055-CBEC-47EA-9289-8D684981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324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796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96C"/>
                </a:solidFill>
                <a:latin typeface="Arial"/>
                <a:ea typeface="Arial"/>
                <a:cs typeface="Arial"/>
              </a:rPr>
              <a:t>Giriş kuralları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DE059-0552-45DB-B7DB-F3DBD3BC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96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>
                <a:solidFill>
                  <a:srgbClr val="152F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F3D"/>
                </a:solidFill>
                <a:latin typeface="Arial"/>
                <a:ea typeface="Arial"/>
                <a:cs typeface="Arial"/>
              </a:rPr>
              <a:t>Uzunluk sınırı, tekrar kontrolü ve kullanıcıya hata mesajı eklemeyi deneyin.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4DACC-8E4A-490C-BE3A-D2213D68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96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526A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A77"/>
                </a:solidFill>
                <a:latin typeface="Arial"/>
                <a:ea typeface="Arial"/>
                <a:cs typeface="Arial"/>
              </a:rPr>
              <a:t>35 / 35</a:t>
            </a:r>
          </a:p>
        </p:txBody>
      </p:sp>
    </p:spTree>
    <p:extLst>
      <p:ext uri="{BB962C8B-B14F-4D97-AF65-F5344CB8AC3E}">
        <p14:creationId xmlns:p14="http://schemas.microsoft.com/office/powerpoint/2010/main" val="323997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2026-10-04T13:05:16.7030000Z</dcterms:created>
  <dcterms:modified xsi:type="dcterms:W3CDTF">2026-10-04T13:05:16.7030000Z</dcterms:modified>
</coreProperties>
</file>